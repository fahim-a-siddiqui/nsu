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914" r:id="rId1"/>
  </p:sldMasterIdLst>
  <p:notesMasterIdLst>
    <p:notesMasterId r:id="rId46"/>
  </p:notesMasterIdLst>
  <p:handoutMasterIdLst>
    <p:handoutMasterId r:id="rId47"/>
  </p:handoutMasterIdLst>
  <p:sldIdLst>
    <p:sldId id="256" r:id="rId2"/>
    <p:sldId id="327" r:id="rId3"/>
    <p:sldId id="496" r:id="rId4"/>
    <p:sldId id="502" r:id="rId5"/>
    <p:sldId id="477" r:id="rId6"/>
    <p:sldId id="503" r:id="rId7"/>
    <p:sldId id="506" r:id="rId8"/>
    <p:sldId id="456" r:id="rId9"/>
    <p:sldId id="475" r:id="rId10"/>
    <p:sldId id="519" r:id="rId11"/>
    <p:sldId id="520" r:id="rId12"/>
    <p:sldId id="478" r:id="rId13"/>
    <p:sldId id="505" r:id="rId14"/>
    <p:sldId id="480" r:id="rId15"/>
    <p:sldId id="481" r:id="rId16"/>
    <p:sldId id="482" r:id="rId17"/>
    <p:sldId id="507" r:id="rId18"/>
    <p:sldId id="508" r:id="rId19"/>
    <p:sldId id="521" r:id="rId20"/>
    <p:sldId id="522" r:id="rId21"/>
    <p:sldId id="523" r:id="rId22"/>
    <p:sldId id="509" r:id="rId23"/>
    <p:sldId id="511" r:id="rId24"/>
    <p:sldId id="510" r:id="rId25"/>
    <p:sldId id="513" r:id="rId26"/>
    <p:sldId id="512" r:id="rId27"/>
    <p:sldId id="484" r:id="rId28"/>
    <p:sldId id="485" r:id="rId29"/>
    <p:sldId id="486" r:id="rId30"/>
    <p:sldId id="487" r:id="rId31"/>
    <p:sldId id="488" r:id="rId32"/>
    <p:sldId id="489" r:id="rId33"/>
    <p:sldId id="500" r:id="rId34"/>
    <p:sldId id="491" r:id="rId35"/>
    <p:sldId id="528" r:id="rId36"/>
    <p:sldId id="492" r:id="rId37"/>
    <p:sldId id="517" r:id="rId38"/>
    <p:sldId id="518" r:id="rId39"/>
    <p:sldId id="524" r:id="rId40"/>
    <p:sldId id="525" r:id="rId41"/>
    <p:sldId id="526" r:id="rId42"/>
    <p:sldId id="527" r:id="rId43"/>
    <p:sldId id="515" r:id="rId44"/>
    <p:sldId id="308" r:id="rId45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  <a:srgbClr val="006600"/>
    <a:srgbClr val="CCECFF"/>
    <a:srgbClr val="FF9933"/>
    <a:srgbClr val="CCFFCC"/>
    <a:srgbClr val="FFFF99"/>
    <a:srgbClr val="993366"/>
    <a:srgbClr val="99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3763" autoAdjust="0"/>
    <p:restoredTop sz="76719" autoAdjust="0"/>
  </p:normalViewPr>
  <p:slideViewPr>
    <p:cSldViewPr snapToGrid="0">
      <p:cViewPr varScale="1">
        <p:scale>
          <a:sx n="56" d="100"/>
          <a:sy n="56" d="100"/>
        </p:scale>
        <p:origin x="-222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2808" y="-72"/>
      </p:cViewPr>
      <p:guideLst>
        <p:guide orient="horz" pos="3128"/>
        <p:guide pos="2142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0F05B2-C4F6-4365-9E92-D51D88C83A29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C07EF7-57ED-4250-B795-135C86E384D0}">
      <dgm:prSet phldrT="[Text]"/>
      <dgm:spPr/>
      <dgm:t>
        <a:bodyPr/>
        <a:lstStyle/>
        <a:p>
          <a:r>
            <a:rPr lang="en-US" dirty="0" smtClean="0"/>
            <a:t>Compute Total Weight</a:t>
          </a:r>
          <a:endParaRPr lang="en-US" dirty="0"/>
        </a:p>
      </dgm:t>
    </dgm:pt>
    <dgm:pt modelId="{D9245E26-0F28-43D1-89F0-E634D50679D1}" type="parTrans" cxnId="{590669B8-E55B-4945-B0D6-AE57715FEAFE}">
      <dgm:prSet/>
      <dgm:spPr/>
      <dgm:t>
        <a:bodyPr/>
        <a:lstStyle/>
        <a:p>
          <a:endParaRPr lang="en-US"/>
        </a:p>
      </dgm:t>
    </dgm:pt>
    <dgm:pt modelId="{119B9FE2-62A6-4415-BE08-1EB0B9C506FC}" type="sibTrans" cxnId="{590669B8-E55B-4945-B0D6-AE57715FEAFE}">
      <dgm:prSet/>
      <dgm:spPr/>
      <dgm:t>
        <a:bodyPr/>
        <a:lstStyle/>
        <a:p>
          <a:endParaRPr lang="en-US"/>
        </a:p>
      </dgm:t>
    </dgm:pt>
    <dgm:pt modelId="{FFAA1270-6D67-4A73-80EA-92F4965075CC}">
      <dgm:prSet phldrT="[Text]"/>
      <dgm:spPr/>
      <dgm:t>
        <a:bodyPr/>
        <a:lstStyle/>
        <a:p>
          <a:r>
            <a:rPr lang="en-US" dirty="0" smtClean="0"/>
            <a:t>Ask for all inputs</a:t>
          </a:r>
          <a:endParaRPr lang="en-US" dirty="0"/>
        </a:p>
      </dgm:t>
    </dgm:pt>
    <dgm:pt modelId="{9B08A61B-E7B5-4D2D-A732-B355E7DE964A}" type="parTrans" cxnId="{E93350C6-00C3-4844-A287-340EC12B88DD}">
      <dgm:prSet/>
      <dgm:spPr/>
      <dgm:t>
        <a:bodyPr/>
        <a:lstStyle/>
        <a:p>
          <a:endParaRPr lang="en-US"/>
        </a:p>
      </dgm:t>
    </dgm:pt>
    <dgm:pt modelId="{4E9C4A2F-3C46-4116-B02E-27F1C03C765E}" type="sibTrans" cxnId="{E93350C6-00C3-4844-A287-340EC12B88DD}">
      <dgm:prSet/>
      <dgm:spPr/>
      <dgm:t>
        <a:bodyPr/>
        <a:lstStyle/>
        <a:p>
          <a:endParaRPr lang="en-US"/>
        </a:p>
      </dgm:t>
    </dgm:pt>
    <dgm:pt modelId="{384DBA0A-24FA-4D07-B557-64CBE543628E}">
      <dgm:prSet phldrT="[Text]"/>
      <dgm:spPr/>
      <dgm:t>
        <a:bodyPr/>
        <a:lstStyle/>
        <a:p>
          <a:r>
            <a:rPr lang="en-US" dirty="0" smtClean="0"/>
            <a:t>Compute Weight</a:t>
          </a:r>
          <a:endParaRPr lang="en-US" dirty="0"/>
        </a:p>
      </dgm:t>
    </dgm:pt>
    <dgm:pt modelId="{B47D5D51-144F-4939-822D-184D719FC4D8}" type="parTrans" cxnId="{04A6DFF8-7EAC-40E2-934A-E978AD649446}">
      <dgm:prSet/>
      <dgm:spPr/>
      <dgm:t>
        <a:bodyPr/>
        <a:lstStyle/>
        <a:p>
          <a:endParaRPr lang="en-US"/>
        </a:p>
      </dgm:t>
    </dgm:pt>
    <dgm:pt modelId="{BD008AE8-A2C7-45E7-8B80-44420F871EDA}" type="sibTrans" cxnId="{04A6DFF8-7EAC-40E2-934A-E978AD649446}">
      <dgm:prSet/>
      <dgm:spPr/>
      <dgm:t>
        <a:bodyPr/>
        <a:lstStyle/>
        <a:p>
          <a:endParaRPr lang="en-US"/>
        </a:p>
      </dgm:t>
    </dgm:pt>
    <dgm:pt modelId="{8ECE73B4-EA93-47B3-8EC2-F7ED692E3675}">
      <dgm:prSet phldrT="[Text]"/>
      <dgm:spPr/>
      <dgm:t>
        <a:bodyPr/>
        <a:lstStyle/>
        <a:p>
          <a:r>
            <a:rPr lang="en-US" dirty="0" smtClean="0"/>
            <a:t>Output total weight</a:t>
          </a:r>
          <a:endParaRPr lang="en-US" dirty="0"/>
        </a:p>
      </dgm:t>
    </dgm:pt>
    <dgm:pt modelId="{7E6D309A-79CB-4C43-AE34-1521813852D1}" type="parTrans" cxnId="{64C7D91D-A2E4-40E2-A05E-EEDA79978A44}">
      <dgm:prSet/>
      <dgm:spPr/>
      <dgm:t>
        <a:bodyPr/>
        <a:lstStyle/>
        <a:p>
          <a:endParaRPr lang="en-US"/>
        </a:p>
      </dgm:t>
    </dgm:pt>
    <dgm:pt modelId="{EB2E925D-C33C-4151-A5DA-90C837B41953}" type="sibTrans" cxnId="{64C7D91D-A2E4-40E2-A05E-EEDA79978A44}">
      <dgm:prSet/>
      <dgm:spPr/>
      <dgm:t>
        <a:bodyPr/>
        <a:lstStyle/>
        <a:p>
          <a:endParaRPr lang="en-US"/>
        </a:p>
      </dgm:t>
    </dgm:pt>
    <dgm:pt modelId="{29E154A7-9057-4800-ACFA-D97CF77263A0}">
      <dgm:prSet phldrT="[Text]"/>
      <dgm:spPr/>
      <dgm:t>
        <a:bodyPr/>
        <a:lstStyle/>
        <a:p>
          <a:r>
            <a:rPr lang="en-US" dirty="0" smtClean="0"/>
            <a:t>qty?</a:t>
          </a:r>
          <a:endParaRPr lang="en-US" dirty="0"/>
        </a:p>
      </dgm:t>
    </dgm:pt>
    <dgm:pt modelId="{28AB6F52-C9C6-4324-AAED-46701DE14D44}" type="parTrans" cxnId="{5C0E5E1F-61AB-471D-BE76-82C666FB8121}">
      <dgm:prSet/>
      <dgm:spPr/>
      <dgm:t>
        <a:bodyPr/>
        <a:lstStyle/>
        <a:p>
          <a:endParaRPr lang="en-US"/>
        </a:p>
      </dgm:t>
    </dgm:pt>
    <dgm:pt modelId="{A0E4BD2C-8248-4FD2-B4E6-699FC98B8C06}" type="sibTrans" cxnId="{5C0E5E1F-61AB-471D-BE76-82C666FB8121}">
      <dgm:prSet/>
      <dgm:spPr/>
      <dgm:t>
        <a:bodyPr/>
        <a:lstStyle/>
        <a:p>
          <a:endParaRPr lang="en-US"/>
        </a:p>
      </dgm:t>
    </dgm:pt>
    <dgm:pt modelId="{96BA6F75-0C59-4180-B36E-D871ECD759BB}">
      <dgm:prSet phldrT="[Text]"/>
      <dgm:spPr/>
      <dgm:t>
        <a:bodyPr/>
        <a:lstStyle/>
        <a:p>
          <a:r>
            <a:rPr lang="en-US" dirty="0" smtClean="0"/>
            <a:t>density?</a:t>
          </a:r>
          <a:endParaRPr lang="en-US" dirty="0"/>
        </a:p>
      </dgm:t>
    </dgm:pt>
    <dgm:pt modelId="{610A5A49-FCAC-4754-A557-D3CE65E632D1}" type="parTrans" cxnId="{087C8766-546B-46C0-BC4C-E2839D0BC091}">
      <dgm:prSet/>
      <dgm:spPr/>
      <dgm:t>
        <a:bodyPr/>
        <a:lstStyle/>
        <a:p>
          <a:endParaRPr lang="en-US"/>
        </a:p>
      </dgm:t>
    </dgm:pt>
    <dgm:pt modelId="{C51B9370-0AB2-462E-A910-5E5B8F55EFCD}" type="sibTrans" cxnId="{087C8766-546B-46C0-BC4C-E2839D0BC091}">
      <dgm:prSet/>
      <dgm:spPr/>
      <dgm:t>
        <a:bodyPr/>
        <a:lstStyle/>
        <a:p>
          <a:endParaRPr lang="en-US"/>
        </a:p>
      </dgm:t>
    </dgm:pt>
    <dgm:pt modelId="{36EA3F22-8728-49B4-9A7F-7882FAC530FF}">
      <dgm:prSet phldrT="[Text]"/>
      <dgm:spPr/>
      <dgm:t>
        <a:bodyPr/>
        <a:lstStyle/>
        <a:p>
          <a:r>
            <a:rPr lang="en-US" dirty="0" smtClean="0"/>
            <a:t>thickness?</a:t>
          </a:r>
          <a:endParaRPr lang="en-US" dirty="0"/>
        </a:p>
      </dgm:t>
    </dgm:pt>
    <dgm:pt modelId="{ECC00540-C25D-43AD-BA3E-56D68177274F}" type="parTrans" cxnId="{1C50B5E1-CB5F-413B-87D0-C850A146178E}">
      <dgm:prSet/>
      <dgm:spPr/>
      <dgm:t>
        <a:bodyPr/>
        <a:lstStyle/>
        <a:p>
          <a:endParaRPr lang="en-US"/>
        </a:p>
      </dgm:t>
    </dgm:pt>
    <dgm:pt modelId="{D2AE96F7-619C-4280-B33F-25806B9A9A63}" type="sibTrans" cxnId="{1C50B5E1-CB5F-413B-87D0-C850A146178E}">
      <dgm:prSet/>
      <dgm:spPr/>
      <dgm:t>
        <a:bodyPr/>
        <a:lstStyle/>
        <a:p>
          <a:endParaRPr lang="en-US"/>
        </a:p>
      </dgm:t>
    </dgm:pt>
    <dgm:pt modelId="{20F6D4A3-4469-462C-9D2B-4AA9312C68A2}">
      <dgm:prSet phldrT="[Text]"/>
      <dgm:spPr/>
      <dgm:t>
        <a:bodyPr/>
        <a:lstStyle/>
        <a:p>
          <a:r>
            <a:rPr lang="en-US" dirty="0" smtClean="0"/>
            <a:t>d1?</a:t>
          </a:r>
          <a:endParaRPr lang="en-US" dirty="0"/>
        </a:p>
      </dgm:t>
    </dgm:pt>
    <dgm:pt modelId="{59F002C5-DAA6-4416-9022-745B89D0C2A7}" type="parTrans" cxnId="{F81929A1-7DF3-45FF-BCC0-BFA5C17B2C50}">
      <dgm:prSet/>
      <dgm:spPr/>
      <dgm:t>
        <a:bodyPr/>
        <a:lstStyle/>
        <a:p>
          <a:endParaRPr lang="en-US"/>
        </a:p>
      </dgm:t>
    </dgm:pt>
    <dgm:pt modelId="{49613B60-81C4-472D-B8FC-416836B9B4E8}" type="sibTrans" cxnId="{F81929A1-7DF3-45FF-BCC0-BFA5C17B2C50}">
      <dgm:prSet/>
      <dgm:spPr/>
      <dgm:t>
        <a:bodyPr/>
        <a:lstStyle/>
        <a:p>
          <a:endParaRPr lang="en-US"/>
        </a:p>
      </dgm:t>
    </dgm:pt>
    <dgm:pt modelId="{9145755C-BA03-41C1-BF1A-1562C9CCA94C}">
      <dgm:prSet phldrT="[Text]"/>
      <dgm:spPr/>
      <dgm:t>
        <a:bodyPr/>
        <a:lstStyle/>
        <a:p>
          <a:r>
            <a:rPr lang="en-US" dirty="0" smtClean="0"/>
            <a:t>d2?</a:t>
          </a:r>
          <a:endParaRPr lang="en-US" dirty="0"/>
        </a:p>
      </dgm:t>
    </dgm:pt>
    <dgm:pt modelId="{E1C70B74-276F-4254-8A93-F2E73533AF96}" type="parTrans" cxnId="{05B43181-A061-49E3-91BF-37949D38D3B3}">
      <dgm:prSet/>
      <dgm:spPr/>
      <dgm:t>
        <a:bodyPr/>
        <a:lstStyle/>
        <a:p>
          <a:endParaRPr lang="en-US"/>
        </a:p>
      </dgm:t>
    </dgm:pt>
    <dgm:pt modelId="{96064F71-3530-4440-ACDC-CCFF08D4F79E}" type="sibTrans" cxnId="{05B43181-A061-49E3-91BF-37949D38D3B3}">
      <dgm:prSet/>
      <dgm:spPr/>
      <dgm:t>
        <a:bodyPr/>
        <a:lstStyle/>
        <a:p>
          <a:endParaRPr lang="en-US"/>
        </a:p>
      </dgm:t>
    </dgm:pt>
    <dgm:pt modelId="{F45B4A23-5160-48E2-B05D-79220BE8E6A0}">
      <dgm:prSet phldrT="[Text]"/>
      <dgm:spPr/>
      <dgm:t>
        <a:bodyPr/>
        <a:lstStyle/>
        <a:p>
          <a:r>
            <a:rPr lang="en-US" dirty="0" smtClean="0"/>
            <a:t>Compute weight x </a:t>
          </a:r>
          <a:r>
            <a:rPr lang="en-US" dirty="0" smtClean="0">
              <a:solidFill>
                <a:srgbClr val="FF0000"/>
              </a:solidFill>
            </a:rPr>
            <a:t>qty</a:t>
          </a:r>
          <a:endParaRPr lang="en-US" dirty="0">
            <a:solidFill>
              <a:srgbClr val="FF0000"/>
            </a:solidFill>
          </a:endParaRPr>
        </a:p>
      </dgm:t>
    </dgm:pt>
    <dgm:pt modelId="{863A04C4-6207-46B3-8C8D-9F979BBF9A05}" type="parTrans" cxnId="{317B2BB5-F667-42DA-947C-C5F24EADAC46}">
      <dgm:prSet/>
      <dgm:spPr/>
      <dgm:t>
        <a:bodyPr/>
        <a:lstStyle/>
        <a:p>
          <a:endParaRPr lang="en-US"/>
        </a:p>
      </dgm:t>
    </dgm:pt>
    <dgm:pt modelId="{8D205E78-91B3-40A0-BDCE-2B3A30BC0A57}" type="sibTrans" cxnId="{317B2BB5-F667-42DA-947C-C5F24EADAC46}">
      <dgm:prSet/>
      <dgm:spPr/>
      <dgm:t>
        <a:bodyPr/>
        <a:lstStyle/>
        <a:p>
          <a:endParaRPr lang="en-US"/>
        </a:p>
      </dgm:t>
    </dgm:pt>
    <dgm:pt modelId="{E67010FA-330D-4AC1-911C-29FA8409DE40}">
      <dgm:prSet phldrT="[Text]"/>
      <dgm:spPr/>
      <dgm:t>
        <a:bodyPr/>
        <a:lstStyle/>
        <a:p>
          <a:r>
            <a:rPr lang="en-US" dirty="0" smtClean="0"/>
            <a:t>Compute hole area (use </a:t>
          </a:r>
          <a:r>
            <a:rPr lang="en-US" dirty="0" smtClean="0">
              <a:solidFill>
                <a:srgbClr val="FF0000"/>
              </a:solidFill>
            </a:rPr>
            <a:t>d1</a:t>
          </a:r>
          <a:r>
            <a:rPr lang="en-US" dirty="0" smtClean="0"/>
            <a:t>)</a:t>
          </a:r>
          <a:endParaRPr lang="en-US" dirty="0"/>
        </a:p>
      </dgm:t>
    </dgm:pt>
    <dgm:pt modelId="{310C83C1-87F1-4FD5-A2F8-96E5A4AF58D1}" type="parTrans" cxnId="{91C33ED6-0BCE-4071-9144-6B5951D9030E}">
      <dgm:prSet/>
      <dgm:spPr/>
      <dgm:t>
        <a:bodyPr/>
        <a:lstStyle/>
        <a:p>
          <a:endParaRPr lang="en-US"/>
        </a:p>
      </dgm:t>
    </dgm:pt>
    <dgm:pt modelId="{364ABAAB-353F-46D2-8931-7790F8417747}" type="sibTrans" cxnId="{91C33ED6-0BCE-4071-9144-6B5951D9030E}">
      <dgm:prSet/>
      <dgm:spPr/>
      <dgm:t>
        <a:bodyPr/>
        <a:lstStyle/>
        <a:p>
          <a:endParaRPr lang="en-US"/>
        </a:p>
      </dgm:t>
    </dgm:pt>
    <dgm:pt modelId="{C0E0D782-1374-4294-B3BF-4A78D38CB038}">
      <dgm:prSet phldrT="[Text]"/>
      <dgm:spPr/>
      <dgm:t>
        <a:bodyPr/>
        <a:lstStyle/>
        <a:p>
          <a:r>
            <a:rPr lang="en-US" dirty="0" smtClean="0"/>
            <a:t>Compute big circle area (use </a:t>
          </a:r>
          <a:r>
            <a:rPr lang="en-US" dirty="0" smtClean="0">
              <a:solidFill>
                <a:srgbClr val="FF0000"/>
              </a:solidFill>
            </a:rPr>
            <a:t>d2</a:t>
          </a:r>
          <a:r>
            <a:rPr lang="en-US" dirty="0" smtClean="0"/>
            <a:t>)</a:t>
          </a:r>
          <a:endParaRPr lang="en-US" dirty="0"/>
        </a:p>
      </dgm:t>
    </dgm:pt>
    <dgm:pt modelId="{DB08C5F2-F6E9-40F4-B27F-4CDF49BB88E8}" type="parTrans" cxnId="{CAA45D61-C1A4-4E87-BF46-C8DD9BB87B62}">
      <dgm:prSet/>
      <dgm:spPr/>
      <dgm:t>
        <a:bodyPr/>
        <a:lstStyle/>
        <a:p>
          <a:endParaRPr lang="en-US"/>
        </a:p>
      </dgm:t>
    </dgm:pt>
    <dgm:pt modelId="{F2AA8981-995F-4CA9-A277-8AD8891E44B2}" type="sibTrans" cxnId="{CAA45D61-C1A4-4E87-BF46-C8DD9BB87B62}">
      <dgm:prSet/>
      <dgm:spPr/>
      <dgm:t>
        <a:bodyPr/>
        <a:lstStyle/>
        <a:p>
          <a:endParaRPr lang="en-US"/>
        </a:p>
      </dgm:t>
    </dgm:pt>
    <dgm:pt modelId="{19389E5E-1435-4B37-B6A3-A4AE69E82731}">
      <dgm:prSet phldrT="[Text]"/>
      <dgm:spPr/>
      <dgm:t>
        <a:bodyPr/>
        <a:lstStyle/>
        <a:p>
          <a:r>
            <a:rPr lang="en-US" dirty="0" smtClean="0"/>
            <a:t>Compute rim area</a:t>
          </a:r>
          <a:endParaRPr lang="en-US" dirty="0"/>
        </a:p>
      </dgm:t>
    </dgm:pt>
    <dgm:pt modelId="{A6933F0F-7428-4084-A690-F98048839C65}" type="parTrans" cxnId="{A26CE403-6E85-4732-975A-AB20AB4886F6}">
      <dgm:prSet/>
      <dgm:spPr/>
      <dgm:t>
        <a:bodyPr/>
        <a:lstStyle/>
        <a:p>
          <a:endParaRPr lang="en-US"/>
        </a:p>
      </dgm:t>
    </dgm:pt>
    <dgm:pt modelId="{1184D7F9-8202-4D08-A629-1BBC8C96CEED}" type="sibTrans" cxnId="{A26CE403-6E85-4732-975A-AB20AB4886F6}">
      <dgm:prSet/>
      <dgm:spPr/>
      <dgm:t>
        <a:bodyPr/>
        <a:lstStyle/>
        <a:p>
          <a:endParaRPr lang="en-US"/>
        </a:p>
      </dgm:t>
    </dgm:pt>
    <dgm:pt modelId="{519AB930-35E1-4A29-A902-6A3532B20248}">
      <dgm:prSet phldrT="[Text]"/>
      <dgm:spPr/>
      <dgm:t>
        <a:bodyPr/>
        <a:lstStyle/>
        <a:p>
          <a:r>
            <a:rPr lang="en-US" dirty="0" smtClean="0"/>
            <a:t>Compute volume (use </a:t>
          </a:r>
          <a:r>
            <a:rPr lang="en-US" dirty="0" smtClean="0">
              <a:solidFill>
                <a:srgbClr val="FF0000"/>
              </a:solidFill>
            </a:rPr>
            <a:t>thickness</a:t>
          </a:r>
          <a:r>
            <a:rPr lang="en-US" dirty="0" smtClean="0"/>
            <a:t>)</a:t>
          </a:r>
          <a:endParaRPr lang="en-US" dirty="0"/>
        </a:p>
      </dgm:t>
    </dgm:pt>
    <dgm:pt modelId="{CFA4C5EC-42A8-4B82-88E8-28268E0D2EF0}" type="parTrans" cxnId="{5250B8FC-5D4F-40F7-8DBF-D5A7DF27C928}">
      <dgm:prSet/>
      <dgm:spPr/>
      <dgm:t>
        <a:bodyPr/>
        <a:lstStyle/>
        <a:p>
          <a:endParaRPr lang="en-SG"/>
        </a:p>
      </dgm:t>
    </dgm:pt>
    <dgm:pt modelId="{321F20AB-A614-45F8-A11B-9E641E87662F}" type="sibTrans" cxnId="{5250B8FC-5D4F-40F7-8DBF-D5A7DF27C928}">
      <dgm:prSet/>
      <dgm:spPr/>
      <dgm:t>
        <a:bodyPr/>
        <a:lstStyle/>
        <a:p>
          <a:endParaRPr lang="en-SG"/>
        </a:p>
      </dgm:t>
    </dgm:pt>
    <dgm:pt modelId="{80BF10B1-EF85-452C-81C7-2F89489E7FAE}">
      <dgm:prSet phldrT="[Text]"/>
      <dgm:spPr/>
      <dgm:t>
        <a:bodyPr/>
        <a:lstStyle/>
        <a:p>
          <a:r>
            <a:rPr lang="en-US" dirty="0" smtClean="0"/>
            <a:t>Compute weight (use </a:t>
          </a:r>
          <a:r>
            <a:rPr lang="en-US" dirty="0" smtClean="0">
              <a:solidFill>
                <a:srgbClr val="FF0000"/>
              </a:solidFill>
            </a:rPr>
            <a:t>density</a:t>
          </a:r>
          <a:r>
            <a:rPr lang="en-US" dirty="0" smtClean="0"/>
            <a:t>)</a:t>
          </a:r>
          <a:endParaRPr lang="en-US" dirty="0"/>
        </a:p>
      </dgm:t>
    </dgm:pt>
    <dgm:pt modelId="{7D9FB279-635C-4F10-92F2-B9D7C5F4681A}" type="parTrans" cxnId="{DCF1B57A-EC9F-4858-8111-B859B2712AD2}">
      <dgm:prSet/>
      <dgm:spPr/>
      <dgm:t>
        <a:bodyPr/>
        <a:lstStyle/>
        <a:p>
          <a:endParaRPr lang="en-SG"/>
        </a:p>
      </dgm:t>
    </dgm:pt>
    <dgm:pt modelId="{CF910F60-EB5E-46EE-A8AF-560A2B66DB06}" type="sibTrans" cxnId="{DCF1B57A-EC9F-4858-8111-B859B2712AD2}">
      <dgm:prSet/>
      <dgm:spPr/>
      <dgm:t>
        <a:bodyPr/>
        <a:lstStyle/>
        <a:p>
          <a:endParaRPr lang="en-SG"/>
        </a:p>
      </dgm:t>
    </dgm:pt>
    <dgm:pt modelId="{60F7423D-974F-413D-BDAD-007ECC5E4356}" type="pres">
      <dgm:prSet presAssocID="{4D0F05B2-C4F6-4365-9E92-D51D88C83A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5F5FF24-50F0-45A1-8114-9BCF3B439E64}" type="pres">
      <dgm:prSet presAssocID="{30C07EF7-57ED-4250-B795-135C86E384D0}" presName="hierRoot1" presStyleCnt="0">
        <dgm:presLayoutVars>
          <dgm:hierBranch val="init"/>
        </dgm:presLayoutVars>
      </dgm:prSet>
      <dgm:spPr/>
    </dgm:pt>
    <dgm:pt modelId="{2A31A118-8A23-4C7F-92B0-6FBA05C63FFF}" type="pres">
      <dgm:prSet presAssocID="{30C07EF7-57ED-4250-B795-135C86E384D0}" presName="rootComposite1" presStyleCnt="0"/>
      <dgm:spPr/>
    </dgm:pt>
    <dgm:pt modelId="{5E0D3B8B-77DF-40DC-8C6C-1E2B3F380D7E}" type="pres">
      <dgm:prSet presAssocID="{30C07EF7-57ED-4250-B795-135C86E384D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6AD65-7EC3-4C92-9F1C-66047313E97F}" type="pres">
      <dgm:prSet presAssocID="{30C07EF7-57ED-4250-B795-135C86E384D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D2B17DB4-F450-49F1-BA87-FC0828A920F4}" type="pres">
      <dgm:prSet presAssocID="{30C07EF7-57ED-4250-B795-135C86E384D0}" presName="hierChild2" presStyleCnt="0"/>
      <dgm:spPr/>
    </dgm:pt>
    <dgm:pt modelId="{14F81CE7-5EAF-4222-85C2-CA9FB863D9C4}" type="pres">
      <dgm:prSet presAssocID="{9B08A61B-E7B5-4D2D-A732-B355E7DE964A}" presName="Name37" presStyleLbl="parChTrans1D2" presStyleIdx="0" presStyleCnt="4"/>
      <dgm:spPr/>
      <dgm:t>
        <a:bodyPr/>
        <a:lstStyle/>
        <a:p>
          <a:endParaRPr lang="en-US"/>
        </a:p>
      </dgm:t>
    </dgm:pt>
    <dgm:pt modelId="{16EC7DBA-0427-4F7D-BD52-A226629769E2}" type="pres">
      <dgm:prSet presAssocID="{FFAA1270-6D67-4A73-80EA-92F4965075CC}" presName="hierRoot2" presStyleCnt="0">
        <dgm:presLayoutVars>
          <dgm:hierBranch val="init"/>
        </dgm:presLayoutVars>
      </dgm:prSet>
      <dgm:spPr/>
    </dgm:pt>
    <dgm:pt modelId="{BB014FCE-F9D1-4455-8292-DB660E678942}" type="pres">
      <dgm:prSet presAssocID="{FFAA1270-6D67-4A73-80EA-92F4965075CC}" presName="rootComposite" presStyleCnt="0"/>
      <dgm:spPr/>
    </dgm:pt>
    <dgm:pt modelId="{72B91CF1-7161-4B21-8EF7-A55AFE7AB578}" type="pres">
      <dgm:prSet presAssocID="{FFAA1270-6D67-4A73-80EA-92F4965075CC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4A2AE2-B978-4179-B315-3F92C8CDEE58}" type="pres">
      <dgm:prSet presAssocID="{FFAA1270-6D67-4A73-80EA-92F4965075CC}" presName="rootConnector" presStyleLbl="node2" presStyleIdx="0" presStyleCnt="4"/>
      <dgm:spPr/>
      <dgm:t>
        <a:bodyPr/>
        <a:lstStyle/>
        <a:p>
          <a:endParaRPr lang="en-US"/>
        </a:p>
      </dgm:t>
    </dgm:pt>
    <dgm:pt modelId="{55A8AC32-985C-48E0-B618-A887D86275B1}" type="pres">
      <dgm:prSet presAssocID="{FFAA1270-6D67-4A73-80EA-92F4965075CC}" presName="hierChild4" presStyleCnt="0"/>
      <dgm:spPr/>
    </dgm:pt>
    <dgm:pt modelId="{096182EA-ECDC-4447-AD3D-7A1E67E31D5D}" type="pres">
      <dgm:prSet presAssocID="{28AB6F52-C9C6-4324-AAED-46701DE14D44}" presName="Name37" presStyleLbl="parChTrans1D3" presStyleIdx="0" presStyleCnt="10"/>
      <dgm:spPr/>
      <dgm:t>
        <a:bodyPr/>
        <a:lstStyle/>
        <a:p>
          <a:endParaRPr lang="en-US"/>
        </a:p>
      </dgm:t>
    </dgm:pt>
    <dgm:pt modelId="{6DB52DBF-8A8C-4EB3-84D7-C2AFA2DD8449}" type="pres">
      <dgm:prSet presAssocID="{29E154A7-9057-4800-ACFA-D97CF77263A0}" presName="hierRoot2" presStyleCnt="0">
        <dgm:presLayoutVars>
          <dgm:hierBranch val="init"/>
        </dgm:presLayoutVars>
      </dgm:prSet>
      <dgm:spPr/>
    </dgm:pt>
    <dgm:pt modelId="{36308C56-837D-4B00-BB32-9F8ACE089EE6}" type="pres">
      <dgm:prSet presAssocID="{29E154A7-9057-4800-ACFA-D97CF77263A0}" presName="rootComposite" presStyleCnt="0"/>
      <dgm:spPr/>
    </dgm:pt>
    <dgm:pt modelId="{4DB07FE5-D9E9-4F4D-BFB9-EFFB997403B0}" type="pres">
      <dgm:prSet presAssocID="{29E154A7-9057-4800-ACFA-D97CF77263A0}" presName="rootText" presStyleLbl="node3" presStyleIdx="0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916042D-A7C1-4EED-AF79-63D3EB758BE1}" type="pres">
      <dgm:prSet presAssocID="{29E154A7-9057-4800-ACFA-D97CF77263A0}" presName="rootConnector" presStyleLbl="node3" presStyleIdx="0" presStyleCnt="10"/>
      <dgm:spPr/>
      <dgm:t>
        <a:bodyPr/>
        <a:lstStyle/>
        <a:p>
          <a:endParaRPr lang="en-US"/>
        </a:p>
      </dgm:t>
    </dgm:pt>
    <dgm:pt modelId="{158BA03E-59CD-486B-B21A-FA1E3A396B52}" type="pres">
      <dgm:prSet presAssocID="{29E154A7-9057-4800-ACFA-D97CF77263A0}" presName="hierChild4" presStyleCnt="0"/>
      <dgm:spPr/>
    </dgm:pt>
    <dgm:pt modelId="{F2EACB9A-E694-48F3-A2D6-DED5CCA9EB6E}" type="pres">
      <dgm:prSet presAssocID="{29E154A7-9057-4800-ACFA-D97CF77263A0}" presName="hierChild5" presStyleCnt="0"/>
      <dgm:spPr/>
    </dgm:pt>
    <dgm:pt modelId="{414A06C2-86DC-45E8-90A6-7A60CBBA6C8E}" type="pres">
      <dgm:prSet presAssocID="{610A5A49-FCAC-4754-A557-D3CE65E632D1}" presName="Name37" presStyleLbl="parChTrans1D3" presStyleIdx="1" presStyleCnt="10"/>
      <dgm:spPr/>
      <dgm:t>
        <a:bodyPr/>
        <a:lstStyle/>
        <a:p>
          <a:endParaRPr lang="en-US"/>
        </a:p>
      </dgm:t>
    </dgm:pt>
    <dgm:pt modelId="{238AB3FB-29A7-46DF-A080-DA636BC41162}" type="pres">
      <dgm:prSet presAssocID="{96BA6F75-0C59-4180-B36E-D871ECD759BB}" presName="hierRoot2" presStyleCnt="0">
        <dgm:presLayoutVars>
          <dgm:hierBranch val="init"/>
        </dgm:presLayoutVars>
      </dgm:prSet>
      <dgm:spPr/>
    </dgm:pt>
    <dgm:pt modelId="{DE7D5FF9-930D-4C5D-B714-356D2DC4AA5D}" type="pres">
      <dgm:prSet presAssocID="{96BA6F75-0C59-4180-B36E-D871ECD759BB}" presName="rootComposite" presStyleCnt="0"/>
      <dgm:spPr/>
    </dgm:pt>
    <dgm:pt modelId="{91D15D18-51E9-4A83-9523-E81D4BDEA0B6}" type="pres">
      <dgm:prSet presAssocID="{96BA6F75-0C59-4180-B36E-D871ECD759BB}" presName="rootText" presStyleLbl="node3" presStyleIdx="1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2588B-AA82-47AC-B14D-8455992FC58C}" type="pres">
      <dgm:prSet presAssocID="{96BA6F75-0C59-4180-B36E-D871ECD759BB}" presName="rootConnector" presStyleLbl="node3" presStyleIdx="1" presStyleCnt="10"/>
      <dgm:spPr/>
      <dgm:t>
        <a:bodyPr/>
        <a:lstStyle/>
        <a:p>
          <a:endParaRPr lang="en-US"/>
        </a:p>
      </dgm:t>
    </dgm:pt>
    <dgm:pt modelId="{339FD2DE-1256-4BDF-84DA-290193F1035A}" type="pres">
      <dgm:prSet presAssocID="{96BA6F75-0C59-4180-B36E-D871ECD759BB}" presName="hierChild4" presStyleCnt="0"/>
      <dgm:spPr/>
    </dgm:pt>
    <dgm:pt modelId="{579FDE4F-CBD4-49C5-823A-F06DCFC04725}" type="pres">
      <dgm:prSet presAssocID="{96BA6F75-0C59-4180-B36E-D871ECD759BB}" presName="hierChild5" presStyleCnt="0"/>
      <dgm:spPr/>
    </dgm:pt>
    <dgm:pt modelId="{A6C538A8-CA08-41E9-B550-B027C37CCE61}" type="pres">
      <dgm:prSet presAssocID="{ECC00540-C25D-43AD-BA3E-56D68177274F}" presName="Name37" presStyleLbl="parChTrans1D3" presStyleIdx="2" presStyleCnt="10"/>
      <dgm:spPr/>
      <dgm:t>
        <a:bodyPr/>
        <a:lstStyle/>
        <a:p>
          <a:endParaRPr lang="en-US"/>
        </a:p>
      </dgm:t>
    </dgm:pt>
    <dgm:pt modelId="{20FA6792-367D-455E-80C0-D4B81199AAC9}" type="pres">
      <dgm:prSet presAssocID="{36EA3F22-8728-49B4-9A7F-7882FAC530FF}" presName="hierRoot2" presStyleCnt="0">
        <dgm:presLayoutVars>
          <dgm:hierBranch val="init"/>
        </dgm:presLayoutVars>
      </dgm:prSet>
      <dgm:spPr/>
    </dgm:pt>
    <dgm:pt modelId="{B90936E0-BFFA-4AFF-AF22-723DFEE91BAD}" type="pres">
      <dgm:prSet presAssocID="{36EA3F22-8728-49B4-9A7F-7882FAC530FF}" presName="rootComposite" presStyleCnt="0"/>
      <dgm:spPr/>
    </dgm:pt>
    <dgm:pt modelId="{7A6E8CE1-D02B-4614-A14C-9D13AB507A07}" type="pres">
      <dgm:prSet presAssocID="{36EA3F22-8728-49B4-9A7F-7882FAC530FF}" presName="rootText" presStyleLbl="node3" presStyleIdx="2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5292F6-E726-4222-B3F5-84BC6AF8578C}" type="pres">
      <dgm:prSet presAssocID="{36EA3F22-8728-49B4-9A7F-7882FAC530FF}" presName="rootConnector" presStyleLbl="node3" presStyleIdx="2" presStyleCnt="10"/>
      <dgm:spPr/>
      <dgm:t>
        <a:bodyPr/>
        <a:lstStyle/>
        <a:p>
          <a:endParaRPr lang="en-US"/>
        </a:p>
      </dgm:t>
    </dgm:pt>
    <dgm:pt modelId="{51F9AC70-BB04-402A-AB04-28B1082EBCB6}" type="pres">
      <dgm:prSet presAssocID="{36EA3F22-8728-49B4-9A7F-7882FAC530FF}" presName="hierChild4" presStyleCnt="0"/>
      <dgm:spPr/>
    </dgm:pt>
    <dgm:pt modelId="{9A3D1BC1-8D29-4F63-909A-79F3CD63A138}" type="pres">
      <dgm:prSet presAssocID="{36EA3F22-8728-49B4-9A7F-7882FAC530FF}" presName="hierChild5" presStyleCnt="0"/>
      <dgm:spPr/>
    </dgm:pt>
    <dgm:pt modelId="{D7C04813-A54C-41B6-9525-68E5C5A1C90C}" type="pres">
      <dgm:prSet presAssocID="{59F002C5-DAA6-4416-9022-745B89D0C2A7}" presName="Name37" presStyleLbl="parChTrans1D3" presStyleIdx="3" presStyleCnt="10"/>
      <dgm:spPr/>
      <dgm:t>
        <a:bodyPr/>
        <a:lstStyle/>
        <a:p>
          <a:endParaRPr lang="en-US"/>
        </a:p>
      </dgm:t>
    </dgm:pt>
    <dgm:pt modelId="{B07080B2-185B-46CA-8CA5-EA21993B344D}" type="pres">
      <dgm:prSet presAssocID="{20F6D4A3-4469-462C-9D2B-4AA9312C68A2}" presName="hierRoot2" presStyleCnt="0">
        <dgm:presLayoutVars>
          <dgm:hierBranch val="init"/>
        </dgm:presLayoutVars>
      </dgm:prSet>
      <dgm:spPr/>
    </dgm:pt>
    <dgm:pt modelId="{2EFA77D4-D210-4B1A-B974-AC2F88331C84}" type="pres">
      <dgm:prSet presAssocID="{20F6D4A3-4469-462C-9D2B-4AA9312C68A2}" presName="rootComposite" presStyleCnt="0"/>
      <dgm:spPr/>
    </dgm:pt>
    <dgm:pt modelId="{B5D5662B-9CAE-45EF-B808-405CF51CEB70}" type="pres">
      <dgm:prSet presAssocID="{20F6D4A3-4469-462C-9D2B-4AA9312C68A2}" presName="rootText" presStyleLbl="node3" presStyleIdx="3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BEE331-8FF7-4395-8742-496937E91745}" type="pres">
      <dgm:prSet presAssocID="{20F6D4A3-4469-462C-9D2B-4AA9312C68A2}" presName="rootConnector" presStyleLbl="node3" presStyleIdx="3" presStyleCnt="10"/>
      <dgm:spPr/>
      <dgm:t>
        <a:bodyPr/>
        <a:lstStyle/>
        <a:p>
          <a:endParaRPr lang="en-US"/>
        </a:p>
      </dgm:t>
    </dgm:pt>
    <dgm:pt modelId="{0BBEFA71-226B-4EE9-A45B-F5F6629938DE}" type="pres">
      <dgm:prSet presAssocID="{20F6D4A3-4469-462C-9D2B-4AA9312C68A2}" presName="hierChild4" presStyleCnt="0"/>
      <dgm:spPr/>
    </dgm:pt>
    <dgm:pt modelId="{C6D4AF32-8553-4E3C-B01C-1C3C3924F8AD}" type="pres">
      <dgm:prSet presAssocID="{20F6D4A3-4469-462C-9D2B-4AA9312C68A2}" presName="hierChild5" presStyleCnt="0"/>
      <dgm:spPr/>
    </dgm:pt>
    <dgm:pt modelId="{387A6187-E0DE-493B-B179-9949BC0E72C8}" type="pres">
      <dgm:prSet presAssocID="{E1C70B74-276F-4254-8A93-F2E73533AF96}" presName="Name37" presStyleLbl="parChTrans1D3" presStyleIdx="4" presStyleCnt="10"/>
      <dgm:spPr/>
      <dgm:t>
        <a:bodyPr/>
        <a:lstStyle/>
        <a:p>
          <a:endParaRPr lang="en-US"/>
        </a:p>
      </dgm:t>
    </dgm:pt>
    <dgm:pt modelId="{399FE56C-24AF-48AF-80FF-78C1CF195494}" type="pres">
      <dgm:prSet presAssocID="{9145755C-BA03-41C1-BF1A-1562C9CCA94C}" presName="hierRoot2" presStyleCnt="0">
        <dgm:presLayoutVars>
          <dgm:hierBranch val="init"/>
        </dgm:presLayoutVars>
      </dgm:prSet>
      <dgm:spPr/>
    </dgm:pt>
    <dgm:pt modelId="{99EEE53E-40FB-4815-84EF-24C1208E99CD}" type="pres">
      <dgm:prSet presAssocID="{9145755C-BA03-41C1-BF1A-1562C9CCA94C}" presName="rootComposite" presStyleCnt="0"/>
      <dgm:spPr/>
    </dgm:pt>
    <dgm:pt modelId="{1B1271A3-DA09-42EE-8FA8-A53AB3819A0A}" type="pres">
      <dgm:prSet presAssocID="{9145755C-BA03-41C1-BF1A-1562C9CCA94C}" presName="rootText" presStyleLbl="node3" presStyleIdx="4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EC0EA79-4263-4482-B4FA-E29509762B12}" type="pres">
      <dgm:prSet presAssocID="{9145755C-BA03-41C1-BF1A-1562C9CCA94C}" presName="rootConnector" presStyleLbl="node3" presStyleIdx="4" presStyleCnt="10"/>
      <dgm:spPr/>
      <dgm:t>
        <a:bodyPr/>
        <a:lstStyle/>
        <a:p>
          <a:endParaRPr lang="en-US"/>
        </a:p>
      </dgm:t>
    </dgm:pt>
    <dgm:pt modelId="{FEE68DB2-EBF6-4AC4-80C2-A06F3DC836D3}" type="pres">
      <dgm:prSet presAssocID="{9145755C-BA03-41C1-BF1A-1562C9CCA94C}" presName="hierChild4" presStyleCnt="0"/>
      <dgm:spPr/>
    </dgm:pt>
    <dgm:pt modelId="{0E073F1C-61C0-43E6-9AE3-374570708BDE}" type="pres">
      <dgm:prSet presAssocID="{9145755C-BA03-41C1-BF1A-1562C9CCA94C}" presName="hierChild5" presStyleCnt="0"/>
      <dgm:spPr/>
    </dgm:pt>
    <dgm:pt modelId="{E4CEC0EF-DF2D-4FDA-B4D1-1588F8D7640A}" type="pres">
      <dgm:prSet presAssocID="{FFAA1270-6D67-4A73-80EA-92F4965075CC}" presName="hierChild5" presStyleCnt="0"/>
      <dgm:spPr/>
    </dgm:pt>
    <dgm:pt modelId="{C65F9734-5876-436E-A803-EBD12390F0C8}" type="pres">
      <dgm:prSet presAssocID="{B47D5D51-144F-4939-822D-184D719FC4D8}" presName="Name37" presStyleLbl="parChTrans1D2" presStyleIdx="1" presStyleCnt="4"/>
      <dgm:spPr/>
      <dgm:t>
        <a:bodyPr/>
        <a:lstStyle/>
        <a:p>
          <a:endParaRPr lang="en-US"/>
        </a:p>
      </dgm:t>
    </dgm:pt>
    <dgm:pt modelId="{4EA65949-326C-4DC1-A810-D27B8EC70B07}" type="pres">
      <dgm:prSet presAssocID="{384DBA0A-24FA-4D07-B557-64CBE543628E}" presName="hierRoot2" presStyleCnt="0">
        <dgm:presLayoutVars>
          <dgm:hierBranch val="init"/>
        </dgm:presLayoutVars>
      </dgm:prSet>
      <dgm:spPr/>
    </dgm:pt>
    <dgm:pt modelId="{5EDC20A4-46F2-449E-8034-8C6F19793642}" type="pres">
      <dgm:prSet presAssocID="{384DBA0A-24FA-4D07-B557-64CBE543628E}" presName="rootComposite" presStyleCnt="0"/>
      <dgm:spPr/>
    </dgm:pt>
    <dgm:pt modelId="{667CB6C0-6565-4AD5-813A-D534ABD39159}" type="pres">
      <dgm:prSet presAssocID="{384DBA0A-24FA-4D07-B557-64CBE543628E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304C50-FF9F-4566-8333-F1C14DBD4558}" type="pres">
      <dgm:prSet presAssocID="{384DBA0A-24FA-4D07-B557-64CBE543628E}" presName="rootConnector" presStyleLbl="node2" presStyleIdx="1" presStyleCnt="4"/>
      <dgm:spPr/>
      <dgm:t>
        <a:bodyPr/>
        <a:lstStyle/>
        <a:p>
          <a:endParaRPr lang="en-US"/>
        </a:p>
      </dgm:t>
    </dgm:pt>
    <dgm:pt modelId="{DE145A04-D953-44E9-AB89-99A7929EB078}" type="pres">
      <dgm:prSet presAssocID="{384DBA0A-24FA-4D07-B557-64CBE543628E}" presName="hierChild4" presStyleCnt="0"/>
      <dgm:spPr/>
    </dgm:pt>
    <dgm:pt modelId="{B00114AB-EE54-4785-96EC-F90CA03D6BF9}" type="pres">
      <dgm:prSet presAssocID="{310C83C1-87F1-4FD5-A2F8-96E5A4AF58D1}" presName="Name37" presStyleLbl="parChTrans1D3" presStyleIdx="5" presStyleCnt="10"/>
      <dgm:spPr/>
      <dgm:t>
        <a:bodyPr/>
        <a:lstStyle/>
        <a:p>
          <a:endParaRPr lang="en-US"/>
        </a:p>
      </dgm:t>
    </dgm:pt>
    <dgm:pt modelId="{5B6E2AE1-3401-4187-89D2-2FAFAF0B89FF}" type="pres">
      <dgm:prSet presAssocID="{E67010FA-330D-4AC1-911C-29FA8409DE40}" presName="hierRoot2" presStyleCnt="0">
        <dgm:presLayoutVars>
          <dgm:hierBranch val="init"/>
        </dgm:presLayoutVars>
      </dgm:prSet>
      <dgm:spPr/>
    </dgm:pt>
    <dgm:pt modelId="{4A6CF311-4682-4B73-9836-67DE0F66100C}" type="pres">
      <dgm:prSet presAssocID="{E67010FA-330D-4AC1-911C-29FA8409DE40}" presName="rootComposite" presStyleCnt="0"/>
      <dgm:spPr/>
    </dgm:pt>
    <dgm:pt modelId="{B33D72CE-EE4A-4E33-BB9B-A3FCEBFB1A1A}" type="pres">
      <dgm:prSet presAssocID="{E67010FA-330D-4AC1-911C-29FA8409DE40}" presName="rootText" presStyleLbl="node3" presStyleIdx="5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0438057-1004-4A19-B044-A377DB9B2881}" type="pres">
      <dgm:prSet presAssocID="{E67010FA-330D-4AC1-911C-29FA8409DE40}" presName="rootConnector" presStyleLbl="node3" presStyleIdx="5" presStyleCnt="10"/>
      <dgm:spPr/>
      <dgm:t>
        <a:bodyPr/>
        <a:lstStyle/>
        <a:p>
          <a:endParaRPr lang="en-US"/>
        </a:p>
      </dgm:t>
    </dgm:pt>
    <dgm:pt modelId="{D37314B6-06D0-4978-AFBF-652F988B3378}" type="pres">
      <dgm:prSet presAssocID="{E67010FA-330D-4AC1-911C-29FA8409DE40}" presName="hierChild4" presStyleCnt="0"/>
      <dgm:spPr/>
    </dgm:pt>
    <dgm:pt modelId="{5E6C915F-9393-4D68-AC60-8336EF667394}" type="pres">
      <dgm:prSet presAssocID="{E67010FA-330D-4AC1-911C-29FA8409DE40}" presName="hierChild5" presStyleCnt="0"/>
      <dgm:spPr/>
    </dgm:pt>
    <dgm:pt modelId="{54DE6CB7-E671-45AF-93D2-29E696492A5E}" type="pres">
      <dgm:prSet presAssocID="{DB08C5F2-F6E9-40F4-B27F-4CDF49BB88E8}" presName="Name37" presStyleLbl="parChTrans1D3" presStyleIdx="6" presStyleCnt="10"/>
      <dgm:spPr/>
      <dgm:t>
        <a:bodyPr/>
        <a:lstStyle/>
        <a:p>
          <a:endParaRPr lang="en-US"/>
        </a:p>
      </dgm:t>
    </dgm:pt>
    <dgm:pt modelId="{1E32D80C-42EA-474C-AD7B-36A52453CD71}" type="pres">
      <dgm:prSet presAssocID="{C0E0D782-1374-4294-B3BF-4A78D38CB038}" presName="hierRoot2" presStyleCnt="0">
        <dgm:presLayoutVars>
          <dgm:hierBranch val="init"/>
        </dgm:presLayoutVars>
      </dgm:prSet>
      <dgm:spPr/>
    </dgm:pt>
    <dgm:pt modelId="{BD84977E-A0BA-48FF-A204-57E9FFE0F745}" type="pres">
      <dgm:prSet presAssocID="{C0E0D782-1374-4294-B3BF-4A78D38CB038}" presName="rootComposite" presStyleCnt="0"/>
      <dgm:spPr/>
    </dgm:pt>
    <dgm:pt modelId="{18CF5DAB-DFD6-4F28-AC86-0953E7AB68C4}" type="pres">
      <dgm:prSet presAssocID="{C0E0D782-1374-4294-B3BF-4A78D38CB038}" presName="rootText" presStyleLbl="node3" presStyleIdx="6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C733EC-2B82-4D3F-9F9C-A23C3A0814B9}" type="pres">
      <dgm:prSet presAssocID="{C0E0D782-1374-4294-B3BF-4A78D38CB038}" presName="rootConnector" presStyleLbl="node3" presStyleIdx="6" presStyleCnt="10"/>
      <dgm:spPr/>
      <dgm:t>
        <a:bodyPr/>
        <a:lstStyle/>
        <a:p>
          <a:endParaRPr lang="en-US"/>
        </a:p>
      </dgm:t>
    </dgm:pt>
    <dgm:pt modelId="{54CD02FF-0BE9-44E3-9DC7-E195FCEF508C}" type="pres">
      <dgm:prSet presAssocID="{C0E0D782-1374-4294-B3BF-4A78D38CB038}" presName="hierChild4" presStyleCnt="0"/>
      <dgm:spPr/>
    </dgm:pt>
    <dgm:pt modelId="{5D172C14-CAF4-4488-9BE7-8C06D7B6330A}" type="pres">
      <dgm:prSet presAssocID="{C0E0D782-1374-4294-B3BF-4A78D38CB038}" presName="hierChild5" presStyleCnt="0"/>
      <dgm:spPr/>
    </dgm:pt>
    <dgm:pt modelId="{78F01BC3-C6F8-461E-A467-0572B8E9282E}" type="pres">
      <dgm:prSet presAssocID="{A6933F0F-7428-4084-A690-F98048839C65}" presName="Name37" presStyleLbl="parChTrans1D3" presStyleIdx="7" presStyleCnt="10"/>
      <dgm:spPr/>
      <dgm:t>
        <a:bodyPr/>
        <a:lstStyle/>
        <a:p>
          <a:endParaRPr lang="en-US"/>
        </a:p>
      </dgm:t>
    </dgm:pt>
    <dgm:pt modelId="{7EF14373-4C77-40DF-AD44-BC4264E2A4DD}" type="pres">
      <dgm:prSet presAssocID="{19389E5E-1435-4B37-B6A3-A4AE69E82731}" presName="hierRoot2" presStyleCnt="0">
        <dgm:presLayoutVars>
          <dgm:hierBranch val="init"/>
        </dgm:presLayoutVars>
      </dgm:prSet>
      <dgm:spPr/>
    </dgm:pt>
    <dgm:pt modelId="{674D91A3-EF37-4C99-B022-9C0E562F1C2B}" type="pres">
      <dgm:prSet presAssocID="{19389E5E-1435-4B37-B6A3-A4AE69E82731}" presName="rootComposite" presStyleCnt="0"/>
      <dgm:spPr/>
    </dgm:pt>
    <dgm:pt modelId="{19D1A392-F393-4A23-B17D-1D1E8D0BE4C1}" type="pres">
      <dgm:prSet presAssocID="{19389E5E-1435-4B37-B6A3-A4AE69E82731}" presName="rootText" presStyleLbl="node3" presStyleIdx="7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EAD5B3E-CEFA-4804-9E61-0D5CAB840BA9}" type="pres">
      <dgm:prSet presAssocID="{19389E5E-1435-4B37-B6A3-A4AE69E82731}" presName="rootConnector" presStyleLbl="node3" presStyleIdx="7" presStyleCnt="10"/>
      <dgm:spPr/>
      <dgm:t>
        <a:bodyPr/>
        <a:lstStyle/>
        <a:p>
          <a:endParaRPr lang="en-US"/>
        </a:p>
      </dgm:t>
    </dgm:pt>
    <dgm:pt modelId="{97D4D248-9FBF-4EEA-9032-55B145869FAD}" type="pres">
      <dgm:prSet presAssocID="{19389E5E-1435-4B37-B6A3-A4AE69E82731}" presName="hierChild4" presStyleCnt="0"/>
      <dgm:spPr/>
    </dgm:pt>
    <dgm:pt modelId="{E5593056-559A-4DC6-9943-9B78333B569B}" type="pres">
      <dgm:prSet presAssocID="{19389E5E-1435-4B37-B6A3-A4AE69E82731}" presName="hierChild5" presStyleCnt="0"/>
      <dgm:spPr/>
    </dgm:pt>
    <dgm:pt modelId="{17A06A99-BE9C-488C-9739-6C7200CFCD42}" type="pres">
      <dgm:prSet presAssocID="{CFA4C5EC-42A8-4B82-88E8-28268E0D2EF0}" presName="Name37" presStyleLbl="parChTrans1D3" presStyleIdx="8" presStyleCnt="10"/>
      <dgm:spPr/>
      <dgm:t>
        <a:bodyPr/>
        <a:lstStyle/>
        <a:p>
          <a:endParaRPr lang="en-US"/>
        </a:p>
      </dgm:t>
    </dgm:pt>
    <dgm:pt modelId="{F220F35A-3BE4-42D5-B07E-DFA9E1A7099F}" type="pres">
      <dgm:prSet presAssocID="{519AB930-35E1-4A29-A902-6A3532B20248}" presName="hierRoot2" presStyleCnt="0">
        <dgm:presLayoutVars>
          <dgm:hierBranch val="init"/>
        </dgm:presLayoutVars>
      </dgm:prSet>
      <dgm:spPr/>
    </dgm:pt>
    <dgm:pt modelId="{4AB3815E-5A0E-46D5-BBD6-441E9219AD07}" type="pres">
      <dgm:prSet presAssocID="{519AB930-35E1-4A29-A902-6A3532B20248}" presName="rootComposite" presStyleCnt="0"/>
      <dgm:spPr/>
    </dgm:pt>
    <dgm:pt modelId="{78FE526B-0CB6-43BD-B0FC-9C152718FA53}" type="pres">
      <dgm:prSet presAssocID="{519AB930-35E1-4A29-A902-6A3532B20248}" presName="rootText" presStyleLbl="node3" presStyleIdx="8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A769F6-BDC6-4D24-A1C9-937E77C9A98D}" type="pres">
      <dgm:prSet presAssocID="{519AB930-35E1-4A29-A902-6A3532B20248}" presName="rootConnector" presStyleLbl="node3" presStyleIdx="8" presStyleCnt="10"/>
      <dgm:spPr/>
      <dgm:t>
        <a:bodyPr/>
        <a:lstStyle/>
        <a:p>
          <a:endParaRPr lang="en-US"/>
        </a:p>
      </dgm:t>
    </dgm:pt>
    <dgm:pt modelId="{8BE96B91-A502-4C51-8E41-E4A02B6070B6}" type="pres">
      <dgm:prSet presAssocID="{519AB930-35E1-4A29-A902-6A3532B20248}" presName="hierChild4" presStyleCnt="0"/>
      <dgm:spPr/>
    </dgm:pt>
    <dgm:pt modelId="{4AFEAD89-E8D3-4F29-921A-B12846174393}" type="pres">
      <dgm:prSet presAssocID="{519AB930-35E1-4A29-A902-6A3532B20248}" presName="hierChild5" presStyleCnt="0"/>
      <dgm:spPr/>
    </dgm:pt>
    <dgm:pt modelId="{41CCE081-2EB4-4470-A212-4E366BFE9788}" type="pres">
      <dgm:prSet presAssocID="{7D9FB279-635C-4F10-92F2-B9D7C5F4681A}" presName="Name37" presStyleLbl="parChTrans1D3" presStyleIdx="9" presStyleCnt="10"/>
      <dgm:spPr/>
      <dgm:t>
        <a:bodyPr/>
        <a:lstStyle/>
        <a:p>
          <a:endParaRPr lang="en-US"/>
        </a:p>
      </dgm:t>
    </dgm:pt>
    <dgm:pt modelId="{62D9F6DE-11A2-4D95-8044-61E1E42305C9}" type="pres">
      <dgm:prSet presAssocID="{80BF10B1-EF85-452C-81C7-2F89489E7FAE}" presName="hierRoot2" presStyleCnt="0">
        <dgm:presLayoutVars>
          <dgm:hierBranch val="init"/>
        </dgm:presLayoutVars>
      </dgm:prSet>
      <dgm:spPr/>
    </dgm:pt>
    <dgm:pt modelId="{D0AA525E-D284-4D70-98F2-68A94C283984}" type="pres">
      <dgm:prSet presAssocID="{80BF10B1-EF85-452C-81C7-2F89489E7FAE}" presName="rootComposite" presStyleCnt="0"/>
      <dgm:spPr/>
    </dgm:pt>
    <dgm:pt modelId="{271A19FD-ED49-485D-A275-CD8EAC61CE8F}" type="pres">
      <dgm:prSet presAssocID="{80BF10B1-EF85-452C-81C7-2F89489E7FAE}" presName="rootText" presStyleLbl="node3" presStyleIdx="9" presStyleCnt="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4B7176D-6AAE-499E-9792-BFDD3BD5B637}" type="pres">
      <dgm:prSet presAssocID="{80BF10B1-EF85-452C-81C7-2F89489E7FAE}" presName="rootConnector" presStyleLbl="node3" presStyleIdx="9" presStyleCnt="10"/>
      <dgm:spPr/>
      <dgm:t>
        <a:bodyPr/>
        <a:lstStyle/>
        <a:p>
          <a:endParaRPr lang="en-US"/>
        </a:p>
      </dgm:t>
    </dgm:pt>
    <dgm:pt modelId="{B0D901BB-B18C-4A54-B36B-0964ADDD5AAD}" type="pres">
      <dgm:prSet presAssocID="{80BF10B1-EF85-452C-81C7-2F89489E7FAE}" presName="hierChild4" presStyleCnt="0"/>
      <dgm:spPr/>
    </dgm:pt>
    <dgm:pt modelId="{75857328-2DAA-442E-A70C-FE58DF725F6D}" type="pres">
      <dgm:prSet presAssocID="{80BF10B1-EF85-452C-81C7-2F89489E7FAE}" presName="hierChild5" presStyleCnt="0"/>
      <dgm:spPr/>
    </dgm:pt>
    <dgm:pt modelId="{BEDF29B7-D0B3-4C49-A78A-BF4A3180527C}" type="pres">
      <dgm:prSet presAssocID="{384DBA0A-24FA-4D07-B557-64CBE543628E}" presName="hierChild5" presStyleCnt="0"/>
      <dgm:spPr/>
    </dgm:pt>
    <dgm:pt modelId="{CFB47309-B816-4314-8EAB-FF38977E96E2}" type="pres">
      <dgm:prSet presAssocID="{863A04C4-6207-46B3-8C8D-9F979BBF9A05}" presName="Name37" presStyleLbl="parChTrans1D2" presStyleIdx="2" presStyleCnt="4"/>
      <dgm:spPr/>
      <dgm:t>
        <a:bodyPr/>
        <a:lstStyle/>
        <a:p>
          <a:endParaRPr lang="en-US"/>
        </a:p>
      </dgm:t>
    </dgm:pt>
    <dgm:pt modelId="{8485C17F-F03D-4628-B122-3D8796D5D2C4}" type="pres">
      <dgm:prSet presAssocID="{F45B4A23-5160-48E2-B05D-79220BE8E6A0}" presName="hierRoot2" presStyleCnt="0">
        <dgm:presLayoutVars>
          <dgm:hierBranch val="init"/>
        </dgm:presLayoutVars>
      </dgm:prSet>
      <dgm:spPr/>
    </dgm:pt>
    <dgm:pt modelId="{4F7BDDDC-47D7-415C-96E4-943E6C84F9DA}" type="pres">
      <dgm:prSet presAssocID="{F45B4A23-5160-48E2-B05D-79220BE8E6A0}" presName="rootComposite" presStyleCnt="0"/>
      <dgm:spPr/>
    </dgm:pt>
    <dgm:pt modelId="{D9E07E61-3F72-4B59-9172-EB9CEF90BD8C}" type="pres">
      <dgm:prSet presAssocID="{F45B4A23-5160-48E2-B05D-79220BE8E6A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DFACBC-81BB-45B5-BE07-A52D262E1373}" type="pres">
      <dgm:prSet presAssocID="{F45B4A23-5160-48E2-B05D-79220BE8E6A0}" presName="rootConnector" presStyleLbl="node2" presStyleIdx="2" presStyleCnt="4"/>
      <dgm:spPr/>
      <dgm:t>
        <a:bodyPr/>
        <a:lstStyle/>
        <a:p>
          <a:endParaRPr lang="en-US"/>
        </a:p>
      </dgm:t>
    </dgm:pt>
    <dgm:pt modelId="{A989CD9A-F1B0-4601-8D90-9F8EC2CE2AEF}" type="pres">
      <dgm:prSet presAssocID="{F45B4A23-5160-48E2-B05D-79220BE8E6A0}" presName="hierChild4" presStyleCnt="0"/>
      <dgm:spPr/>
    </dgm:pt>
    <dgm:pt modelId="{A3DC562A-2AC6-4DD3-B82D-3CA0C539CFE8}" type="pres">
      <dgm:prSet presAssocID="{F45B4A23-5160-48E2-B05D-79220BE8E6A0}" presName="hierChild5" presStyleCnt="0"/>
      <dgm:spPr/>
    </dgm:pt>
    <dgm:pt modelId="{78D06581-4C56-44ED-A48B-3E074D7D4A12}" type="pres">
      <dgm:prSet presAssocID="{7E6D309A-79CB-4C43-AE34-1521813852D1}" presName="Name37" presStyleLbl="parChTrans1D2" presStyleIdx="3" presStyleCnt="4"/>
      <dgm:spPr/>
      <dgm:t>
        <a:bodyPr/>
        <a:lstStyle/>
        <a:p>
          <a:endParaRPr lang="en-US"/>
        </a:p>
      </dgm:t>
    </dgm:pt>
    <dgm:pt modelId="{F1512D98-582F-4A73-A6AB-C0B3420A999D}" type="pres">
      <dgm:prSet presAssocID="{8ECE73B4-EA93-47B3-8EC2-F7ED692E3675}" presName="hierRoot2" presStyleCnt="0">
        <dgm:presLayoutVars>
          <dgm:hierBranch val="init"/>
        </dgm:presLayoutVars>
      </dgm:prSet>
      <dgm:spPr/>
    </dgm:pt>
    <dgm:pt modelId="{349D34DD-564A-4285-A9B8-15A2A4FAD750}" type="pres">
      <dgm:prSet presAssocID="{8ECE73B4-EA93-47B3-8EC2-F7ED692E3675}" presName="rootComposite" presStyleCnt="0"/>
      <dgm:spPr/>
    </dgm:pt>
    <dgm:pt modelId="{C4110DA1-8F2D-4D47-8B4E-6A26CEFCE751}" type="pres">
      <dgm:prSet presAssocID="{8ECE73B4-EA93-47B3-8EC2-F7ED692E3675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7D91D9-A2CC-4778-B63C-383E827BF3BF}" type="pres">
      <dgm:prSet presAssocID="{8ECE73B4-EA93-47B3-8EC2-F7ED692E3675}" presName="rootConnector" presStyleLbl="node2" presStyleIdx="3" presStyleCnt="4"/>
      <dgm:spPr/>
      <dgm:t>
        <a:bodyPr/>
        <a:lstStyle/>
        <a:p>
          <a:endParaRPr lang="en-US"/>
        </a:p>
      </dgm:t>
    </dgm:pt>
    <dgm:pt modelId="{081D5200-7F93-48A8-8662-A001DB71F6A8}" type="pres">
      <dgm:prSet presAssocID="{8ECE73B4-EA93-47B3-8EC2-F7ED692E3675}" presName="hierChild4" presStyleCnt="0"/>
      <dgm:spPr/>
    </dgm:pt>
    <dgm:pt modelId="{12516E6B-5008-49CA-972E-0DA52E0350F5}" type="pres">
      <dgm:prSet presAssocID="{8ECE73B4-EA93-47B3-8EC2-F7ED692E3675}" presName="hierChild5" presStyleCnt="0"/>
      <dgm:spPr/>
    </dgm:pt>
    <dgm:pt modelId="{7DD424A3-341E-41CA-96D2-09BD5DC48D72}" type="pres">
      <dgm:prSet presAssocID="{30C07EF7-57ED-4250-B795-135C86E384D0}" presName="hierChild3" presStyleCnt="0"/>
      <dgm:spPr/>
    </dgm:pt>
  </dgm:ptLst>
  <dgm:cxnLst>
    <dgm:cxn modelId="{BA9EABAB-EE4F-4F78-8D57-4D6854255683}" type="presOf" srcId="{9145755C-BA03-41C1-BF1A-1562C9CCA94C}" destId="{5EC0EA79-4263-4482-B4FA-E29509762B12}" srcOrd="1" destOrd="0" presId="urn:microsoft.com/office/officeart/2005/8/layout/orgChart1"/>
    <dgm:cxn modelId="{D52FC412-BCEC-4B0A-98E7-534EDBE81B5E}" type="presOf" srcId="{8ECE73B4-EA93-47B3-8EC2-F7ED692E3675}" destId="{F87D91D9-A2CC-4778-B63C-383E827BF3BF}" srcOrd="1" destOrd="0" presId="urn:microsoft.com/office/officeart/2005/8/layout/orgChart1"/>
    <dgm:cxn modelId="{28F9D650-92A0-46CD-98DB-9BB82F6B4641}" type="presOf" srcId="{29E154A7-9057-4800-ACFA-D97CF77263A0}" destId="{3916042D-A7C1-4EED-AF79-63D3EB758BE1}" srcOrd="1" destOrd="0" presId="urn:microsoft.com/office/officeart/2005/8/layout/orgChart1"/>
    <dgm:cxn modelId="{9FA8DA2C-766B-4612-9109-72165CB4A726}" type="presOf" srcId="{E1C70B74-276F-4254-8A93-F2E73533AF96}" destId="{387A6187-E0DE-493B-B179-9949BC0E72C8}" srcOrd="0" destOrd="0" presId="urn:microsoft.com/office/officeart/2005/8/layout/orgChart1"/>
    <dgm:cxn modelId="{9CD91578-84B6-4961-AF3B-A2084FBDF435}" type="presOf" srcId="{C0E0D782-1374-4294-B3BF-4A78D38CB038}" destId="{18CF5DAB-DFD6-4F28-AC86-0953E7AB68C4}" srcOrd="0" destOrd="0" presId="urn:microsoft.com/office/officeart/2005/8/layout/orgChart1"/>
    <dgm:cxn modelId="{5DC58996-13CB-4E59-95FA-CAD292D3C5E7}" type="presOf" srcId="{519AB930-35E1-4A29-A902-6A3532B20248}" destId="{78FE526B-0CB6-43BD-B0FC-9C152718FA53}" srcOrd="0" destOrd="0" presId="urn:microsoft.com/office/officeart/2005/8/layout/orgChart1"/>
    <dgm:cxn modelId="{D684F914-5673-41C9-A19D-F2C78CCE4B34}" type="presOf" srcId="{863A04C4-6207-46B3-8C8D-9F979BBF9A05}" destId="{CFB47309-B816-4314-8EAB-FF38977E96E2}" srcOrd="0" destOrd="0" presId="urn:microsoft.com/office/officeart/2005/8/layout/orgChart1"/>
    <dgm:cxn modelId="{C4535B73-10E2-444C-BE6D-910D656644D9}" type="presOf" srcId="{30C07EF7-57ED-4250-B795-135C86E384D0}" destId="{5E0D3B8B-77DF-40DC-8C6C-1E2B3F380D7E}" srcOrd="0" destOrd="0" presId="urn:microsoft.com/office/officeart/2005/8/layout/orgChart1"/>
    <dgm:cxn modelId="{43726EDD-32BD-4CE9-A729-9FF1BA7A6533}" type="presOf" srcId="{19389E5E-1435-4B37-B6A3-A4AE69E82731}" destId="{2EAD5B3E-CEFA-4804-9E61-0D5CAB840BA9}" srcOrd="1" destOrd="0" presId="urn:microsoft.com/office/officeart/2005/8/layout/orgChart1"/>
    <dgm:cxn modelId="{087C8766-546B-46C0-BC4C-E2839D0BC091}" srcId="{FFAA1270-6D67-4A73-80EA-92F4965075CC}" destId="{96BA6F75-0C59-4180-B36E-D871ECD759BB}" srcOrd="1" destOrd="0" parTransId="{610A5A49-FCAC-4754-A557-D3CE65E632D1}" sibTransId="{C51B9370-0AB2-462E-A910-5E5B8F55EFCD}"/>
    <dgm:cxn modelId="{61DAEDAC-8CE3-47D9-8477-95A132419176}" type="presOf" srcId="{28AB6F52-C9C6-4324-AAED-46701DE14D44}" destId="{096182EA-ECDC-4447-AD3D-7A1E67E31D5D}" srcOrd="0" destOrd="0" presId="urn:microsoft.com/office/officeart/2005/8/layout/orgChart1"/>
    <dgm:cxn modelId="{8ACB4054-8EE1-4817-A9CB-4788408ADC8C}" type="presOf" srcId="{310C83C1-87F1-4FD5-A2F8-96E5A4AF58D1}" destId="{B00114AB-EE54-4785-96EC-F90CA03D6BF9}" srcOrd="0" destOrd="0" presId="urn:microsoft.com/office/officeart/2005/8/layout/orgChart1"/>
    <dgm:cxn modelId="{EDD4A9B2-9FA8-463C-88D4-DB9B204B0482}" type="presOf" srcId="{CFA4C5EC-42A8-4B82-88E8-28268E0D2EF0}" destId="{17A06A99-BE9C-488C-9739-6C7200CFCD42}" srcOrd="0" destOrd="0" presId="urn:microsoft.com/office/officeart/2005/8/layout/orgChart1"/>
    <dgm:cxn modelId="{590669B8-E55B-4945-B0D6-AE57715FEAFE}" srcId="{4D0F05B2-C4F6-4365-9E92-D51D88C83A29}" destId="{30C07EF7-57ED-4250-B795-135C86E384D0}" srcOrd="0" destOrd="0" parTransId="{D9245E26-0F28-43D1-89F0-E634D50679D1}" sibTransId="{119B9FE2-62A6-4415-BE08-1EB0B9C506FC}"/>
    <dgm:cxn modelId="{CA57156E-A25C-46FB-98BE-5921CD8CE860}" type="presOf" srcId="{20F6D4A3-4469-462C-9D2B-4AA9312C68A2}" destId="{B5D5662B-9CAE-45EF-B808-405CF51CEB70}" srcOrd="0" destOrd="0" presId="urn:microsoft.com/office/officeart/2005/8/layout/orgChart1"/>
    <dgm:cxn modelId="{5885A6AF-AE30-4075-BFD3-C3CD88167227}" type="presOf" srcId="{A6933F0F-7428-4084-A690-F98048839C65}" destId="{78F01BC3-C6F8-461E-A467-0572B8E9282E}" srcOrd="0" destOrd="0" presId="urn:microsoft.com/office/officeart/2005/8/layout/orgChart1"/>
    <dgm:cxn modelId="{AC34871D-4FA4-45D6-AA5B-EA9658D6BB75}" type="presOf" srcId="{8ECE73B4-EA93-47B3-8EC2-F7ED692E3675}" destId="{C4110DA1-8F2D-4D47-8B4E-6A26CEFCE751}" srcOrd="0" destOrd="0" presId="urn:microsoft.com/office/officeart/2005/8/layout/orgChart1"/>
    <dgm:cxn modelId="{64C7D91D-A2E4-40E2-A05E-EEDA79978A44}" srcId="{30C07EF7-57ED-4250-B795-135C86E384D0}" destId="{8ECE73B4-EA93-47B3-8EC2-F7ED692E3675}" srcOrd="3" destOrd="0" parTransId="{7E6D309A-79CB-4C43-AE34-1521813852D1}" sibTransId="{EB2E925D-C33C-4151-A5DA-90C837B41953}"/>
    <dgm:cxn modelId="{B4299ABB-7096-4F40-859E-AEE422A526DB}" type="presOf" srcId="{59F002C5-DAA6-4416-9022-745B89D0C2A7}" destId="{D7C04813-A54C-41B6-9525-68E5C5A1C90C}" srcOrd="0" destOrd="0" presId="urn:microsoft.com/office/officeart/2005/8/layout/orgChart1"/>
    <dgm:cxn modelId="{90508DB4-9659-4254-A503-00387A384268}" type="presOf" srcId="{9145755C-BA03-41C1-BF1A-1562C9CCA94C}" destId="{1B1271A3-DA09-42EE-8FA8-A53AB3819A0A}" srcOrd="0" destOrd="0" presId="urn:microsoft.com/office/officeart/2005/8/layout/orgChart1"/>
    <dgm:cxn modelId="{E93350C6-00C3-4844-A287-340EC12B88DD}" srcId="{30C07EF7-57ED-4250-B795-135C86E384D0}" destId="{FFAA1270-6D67-4A73-80EA-92F4965075CC}" srcOrd="0" destOrd="0" parTransId="{9B08A61B-E7B5-4D2D-A732-B355E7DE964A}" sibTransId="{4E9C4A2F-3C46-4116-B02E-27F1C03C765E}"/>
    <dgm:cxn modelId="{317B2BB5-F667-42DA-947C-C5F24EADAC46}" srcId="{30C07EF7-57ED-4250-B795-135C86E384D0}" destId="{F45B4A23-5160-48E2-B05D-79220BE8E6A0}" srcOrd="2" destOrd="0" parTransId="{863A04C4-6207-46B3-8C8D-9F979BBF9A05}" sibTransId="{8D205E78-91B3-40A0-BDCE-2B3A30BC0A57}"/>
    <dgm:cxn modelId="{59D16B42-6BC2-4777-A175-C1C65897BB74}" type="presOf" srcId="{C0E0D782-1374-4294-B3BF-4A78D38CB038}" destId="{0DC733EC-2B82-4D3F-9F9C-A23C3A0814B9}" srcOrd="1" destOrd="0" presId="urn:microsoft.com/office/officeart/2005/8/layout/orgChart1"/>
    <dgm:cxn modelId="{195584CD-C4F4-494A-9998-2618D7FF781A}" type="presOf" srcId="{610A5A49-FCAC-4754-A557-D3CE65E632D1}" destId="{414A06C2-86DC-45E8-90A6-7A60CBBA6C8E}" srcOrd="0" destOrd="0" presId="urn:microsoft.com/office/officeart/2005/8/layout/orgChart1"/>
    <dgm:cxn modelId="{E8A1C824-6589-4D61-9D45-2F5AF505B860}" type="presOf" srcId="{7E6D309A-79CB-4C43-AE34-1521813852D1}" destId="{78D06581-4C56-44ED-A48B-3E074D7D4A12}" srcOrd="0" destOrd="0" presId="urn:microsoft.com/office/officeart/2005/8/layout/orgChart1"/>
    <dgm:cxn modelId="{04A6DFF8-7EAC-40E2-934A-E978AD649446}" srcId="{30C07EF7-57ED-4250-B795-135C86E384D0}" destId="{384DBA0A-24FA-4D07-B557-64CBE543628E}" srcOrd="1" destOrd="0" parTransId="{B47D5D51-144F-4939-822D-184D719FC4D8}" sibTransId="{BD008AE8-A2C7-45E7-8B80-44420F871EDA}"/>
    <dgm:cxn modelId="{80B9DB04-9106-4205-A4A1-1C43E9199B33}" type="presOf" srcId="{384DBA0A-24FA-4D07-B557-64CBE543628E}" destId="{667CB6C0-6565-4AD5-813A-D534ABD39159}" srcOrd="0" destOrd="0" presId="urn:microsoft.com/office/officeart/2005/8/layout/orgChart1"/>
    <dgm:cxn modelId="{FC2E09E9-3512-41D3-B472-457B53986C0D}" type="presOf" srcId="{DB08C5F2-F6E9-40F4-B27F-4CDF49BB88E8}" destId="{54DE6CB7-E671-45AF-93D2-29E696492A5E}" srcOrd="0" destOrd="0" presId="urn:microsoft.com/office/officeart/2005/8/layout/orgChart1"/>
    <dgm:cxn modelId="{5C0E5E1F-61AB-471D-BE76-82C666FB8121}" srcId="{FFAA1270-6D67-4A73-80EA-92F4965075CC}" destId="{29E154A7-9057-4800-ACFA-D97CF77263A0}" srcOrd="0" destOrd="0" parTransId="{28AB6F52-C9C6-4324-AAED-46701DE14D44}" sibTransId="{A0E4BD2C-8248-4FD2-B4E6-699FC98B8C06}"/>
    <dgm:cxn modelId="{F3FAA43E-E4D0-4E38-AF1A-FCDFF08FF14A}" type="presOf" srcId="{ECC00540-C25D-43AD-BA3E-56D68177274F}" destId="{A6C538A8-CA08-41E9-B550-B027C37CCE61}" srcOrd="0" destOrd="0" presId="urn:microsoft.com/office/officeart/2005/8/layout/orgChart1"/>
    <dgm:cxn modelId="{0DEDE0DB-ABB2-4A06-AF43-F9143F2AAC5D}" type="presOf" srcId="{29E154A7-9057-4800-ACFA-D97CF77263A0}" destId="{4DB07FE5-D9E9-4F4D-BFB9-EFFB997403B0}" srcOrd="0" destOrd="0" presId="urn:microsoft.com/office/officeart/2005/8/layout/orgChart1"/>
    <dgm:cxn modelId="{6A870FBB-1762-4300-BFFA-4FA6BFDD461D}" type="presOf" srcId="{F45B4A23-5160-48E2-B05D-79220BE8E6A0}" destId="{FEDFACBC-81BB-45B5-BE07-A52D262E1373}" srcOrd="1" destOrd="0" presId="urn:microsoft.com/office/officeart/2005/8/layout/orgChart1"/>
    <dgm:cxn modelId="{E2D4A010-4313-4428-B5E1-6F7B73400341}" type="presOf" srcId="{96BA6F75-0C59-4180-B36E-D871ECD759BB}" destId="{91D15D18-51E9-4A83-9523-E81D4BDEA0B6}" srcOrd="0" destOrd="0" presId="urn:microsoft.com/office/officeart/2005/8/layout/orgChart1"/>
    <dgm:cxn modelId="{91C33ED6-0BCE-4071-9144-6B5951D9030E}" srcId="{384DBA0A-24FA-4D07-B557-64CBE543628E}" destId="{E67010FA-330D-4AC1-911C-29FA8409DE40}" srcOrd="0" destOrd="0" parTransId="{310C83C1-87F1-4FD5-A2F8-96E5A4AF58D1}" sibTransId="{364ABAAB-353F-46D2-8931-7790F8417747}"/>
    <dgm:cxn modelId="{DEC09A3D-FADB-4D86-9460-9634408DCD4E}" type="presOf" srcId="{519AB930-35E1-4A29-A902-6A3532B20248}" destId="{29A769F6-BDC6-4D24-A1C9-937E77C9A98D}" srcOrd="1" destOrd="0" presId="urn:microsoft.com/office/officeart/2005/8/layout/orgChart1"/>
    <dgm:cxn modelId="{61FF2BF6-23F3-4200-B908-BBF6E57B3E5F}" type="presOf" srcId="{36EA3F22-8728-49B4-9A7F-7882FAC530FF}" destId="{C65292F6-E726-4222-B3F5-84BC6AF8578C}" srcOrd="1" destOrd="0" presId="urn:microsoft.com/office/officeart/2005/8/layout/orgChart1"/>
    <dgm:cxn modelId="{499DB173-9CC1-4BEC-8BDE-5E0C8C03232A}" type="presOf" srcId="{96BA6F75-0C59-4180-B36E-D871ECD759BB}" destId="{72F2588B-AA82-47AC-B14D-8455992FC58C}" srcOrd="1" destOrd="0" presId="urn:microsoft.com/office/officeart/2005/8/layout/orgChart1"/>
    <dgm:cxn modelId="{5250B8FC-5D4F-40F7-8DBF-D5A7DF27C928}" srcId="{384DBA0A-24FA-4D07-B557-64CBE543628E}" destId="{519AB930-35E1-4A29-A902-6A3532B20248}" srcOrd="3" destOrd="0" parTransId="{CFA4C5EC-42A8-4B82-88E8-28268E0D2EF0}" sibTransId="{321F20AB-A614-45F8-A11B-9E641E87662F}"/>
    <dgm:cxn modelId="{69914453-F827-4C0D-8A23-876A640B03AD}" type="presOf" srcId="{FFAA1270-6D67-4A73-80EA-92F4965075CC}" destId="{72B91CF1-7161-4B21-8EF7-A55AFE7AB578}" srcOrd="0" destOrd="0" presId="urn:microsoft.com/office/officeart/2005/8/layout/orgChart1"/>
    <dgm:cxn modelId="{FF3EF592-B07F-4C83-B3CD-46F67CA8791C}" type="presOf" srcId="{384DBA0A-24FA-4D07-B557-64CBE543628E}" destId="{84304C50-FF9F-4566-8333-F1C14DBD4558}" srcOrd="1" destOrd="0" presId="urn:microsoft.com/office/officeart/2005/8/layout/orgChart1"/>
    <dgm:cxn modelId="{05B43181-A061-49E3-91BF-37949D38D3B3}" srcId="{FFAA1270-6D67-4A73-80EA-92F4965075CC}" destId="{9145755C-BA03-41C1-BF1A-1562C9CCA94C}" srcOrd="4" destOrd="0" parTransId="{E1C70B74-276F-4254-8A93-F2E73533AF96}" sibTransId="{96064F71-3530-4440-ACDC-CCFF08D4F79E}"/>
    <dgm:cxn modelId="{04C13E48-C7B2-41DD-96BF-76BA1EE0BC37}" type="presOf" srcId="{80BF10B1-EF85-452C-81C7-2F89489E7FAE}" destId="{F4B7176D-6AAE-499E-9792-BFDD3BD5B637}" srcOrd="1" destOrd="0" presId="urn:microsoft.com/office/officeart/2005/8/layout/orgChart1"/>
    <dgm:cxn modelId="{4209AEC3-7907-4060-9B95-82300366F7CF}" type="presOf" srcId="{80BF10B1-EF85-452C-81C7-2F89489E7FAE}" destId="{271A19FD-ED49-485D-A275-CD8EAC61CE8F}" srcOrd="0" destOrd="0" presId="urn:microsoft.com/office/officeart/2005/8/layout/orgChart1"/>
    <dgm:cxn modelId="{D27E16F2-F40C-468E-9D9F-4616743D7F6A}" type="presOf" srcId="{30C07EF7-57ED-4250-B795-135C86E384D0}" destId="{72F6AD65-7EC3-4C92-9F1C-66047313E97F}" srcOrd="1" destOrd="0" presId="urn:microsoft.com/office/officeart/2005/8/layout/orgChart1"/>
    <dgm:cxn modelId="{E0C70957-A92C-4D2B-B7A4-86F3E911D9E6}" type="presOf" srcId="{4D0F05B2-C4F6-4365-9E92-D51D88C83A29}" destId="{60F7423D-974F-413D-BDAD-007ECC5E4356}" srcOrd="0" destOrd="0" presId="urn:microsoft.com/office/officeart/2005/8/layout/orgChart1"/>
    <dgm:cxn modelId="{F81929A1-7DF3-45FF-BCC0-BFA5C17B2C50}" srcId="{FFAA1270-6D67-4A73-80EA-92F4965075CC}" destId="{20F6D4A3-4469-462C-9D2B-4AA9312C68A2}" srcOrd="3" destOrd="0" parTransId="{59F002C5-DAA6-4416-9022-745B89D0C2A7}" sibTransId="{49613B60-81C4-472D-B8FC-416836B9B4E8}"/>
    <dgm:cxn modelId="{5171E3D4-4EC6-4BE0-8695-D6D5C682FC24}" type="presOf" srcId="{9B08A61B-E7B5-4D2D-A732-B355E7DE964A}" destId="{14F81CE7-5EAF-4222-85C2-CA9FB863D9C4}" srcOrd="0" destOrd="0" presId="urn:microsoft.com/office/officeart/2005/8/layout/orgChart1"/>
    <dgm:cxn modelId="{1C50B5E1-CB5F-413B-87D0-C850A146178E}" srcId="{FFAA1270-6D67-4A73-80EA-92F4965075CC}" destId="{36EA3F22-8728-49B4-9A7F-7882FAC530FF}" srcOrd="2" destOrd="0" parTransId="{ECC00540-C25D-43AD-BA3E-56D68177274F}" sibTransId="{D2AE96F7-619C-4280-B33F-25806B9A9A63}"/>
    <dgm:cxn modelId="{C58CC6A8-B022-4384-89C4-ECDECBD0DC3C}" type="presOf" srcId="{20F6D4A3-4469-462C-9D2B-4AA9312C68A2}" destId="{ABBEE331-8FF7-4395-8742-496937E91745}" srcOrd="1" destOrd="0" presId="urn:microsoft.com/office/officeart/2005/8/layout/orgChart1"/>
    <dgm:cxn modelId="{DCF1B57A-EC9F-4858-8111-B859B2712AD2}" srcId="{384DBA0A-24FA-4D07-B557-64CBE543628E}" destId="{80BF10B1-EF85-452C-81C7-2F89489E7FAE}" srcOrd="4" destOrd="0" parTransId="{7D9FB279-635C-4F10-92F2-B9D7C5F4681A}" sibTransId="{CF910F60-EB5E-46EE-A8AF-560A2B66DB06}"/>
    <dgm:cxn modelId="{BCAF509D-4FA2-430F-884F-B7D8D9E32A43}" type="presOf" srcId="{36EA3F22-8728-49B4-9A7F-7882FAC530FF}" destId="{7A6E8CE1-D02B-4614-A14C-9D13AB507A07}" srcOrd="0" destOrd="0" presId="urn:microsoft.com/office/officeart/2005/8/layout/orgChart1"/>
    <dgm:cxn modelId="{3045CEF2-7B5F-493D-8751-84583767F46F}" type="presOf" srcId="{FFAA1270-6D67-4A73-80EA-92F4965075CC}" destId="{3A4A2AE2-B978-4179-B315-3F92C8CDEE58}" srcOrd="1" destOrd="0" presId="urn:microsoft.com/office/officeart/2005/8/layout/orgChart1"/>
    <dgm:cxn modelId="{91285BD0-BB81-4E8A-A9F7-5B775A10BF5D}" type="presOf" srcId="{E67010FA-330D-4AC1-911C-29FA8409DE40}" destId="{20438057-1004-4A19-B044-A377DB9B2881}" srcOrd="1" destOrd="0" presId="urn:microsoft.com/office/officeart/2005/8/layout/orgChart1"/>
    <dgm:cxn modelId="{A26CE403-6E85-4732-975A-AB20AB4886F6}" srcId="{384DBA0A-24FA-4D07-B557-64CBE543628E}" destId="{19389E5E-1435-4B37-B6A3-A4AE69E82731}" srcOrd="2" destOrd="0" parTransId="{A6933F0F-7428-4084-A690-F98048839C65}" sibTransId="{1184D7F9-8202-4D08-A629-1BBC8C96CEED}"/>
    <dgm:cxn modelId="{CAA45D61-C1A4-4E87-BF46-C8DD9BB87B62}" srcId="{384DBA0A-24FA-4D07-B557-64CBE543628E}" destId="{C0E0D782-1374-4294-B3BF-4A78D38CB038}" srcOrd="1" destOrd="0" parTransId="{DB08C5F2-F6E9-40F4-B27F-4CDF49BB88E8}" sibTransId="{F2AA8981-995F-4CA9-A277-8AD8891E44B2}"/>
    <dgm:cxn modelId="{E73BFB61-4C9D-4AD5-905F-1E543B624522}" type="presOf" srcId="{19389E5E-1435-4B37-B6A3-A4AE69E82731}" destId="{19D1A392-F393-4A23-B17D-1D1E8D0BE4C1}" srcOrd="0" destOrd="0" presId="urn:microsoft.com/office/officeart/2005/8/layout/orgChart1"/>
    <dgm:cxn modelId="{7D97ADC4-E93A-4396-AA2B-13F6C77634C3}" type="presOf" srcId="{7D9FB279-635C-4F10-92F2-B9D7C5F4681A}" destId="{41CCE081-2EB4-4470-A212-4E366BFE9788}" srcOrd="0" destOrd="0" presId="urn:microsoft.com/office/officeart/2005/8/layout/orgChart1"/>
    <dgm:cxn modelId="{43DAB1D2-A43A-4460-86C7-EB907C955290}" type="presOf" srcId="{E67010FA-330D-4AC1-911C-29FA8409DE40}" destId="{B33D72CE-EE4A-4E33-BB9B-A3FCEBFB1A1A}" srcOrd="0" destOrd="0" presId="urn:microsoft.com/office/officeart/2005/8/layout/orgChart1"/>
    <dgm:cxn modelId="{656A1698-5FA4-4336-B356-12DC96D12B12}" type="presOf" srcId="{F45B4A23-5160-48E2-B05D-79220BE8E6A0}" destId="{D9E07E61-3F72-4B59-9172-EB9CEF90BD8C}" srcOrd="0" destOrd="0" presId="urn:microsoft.com/office/officeart/2005/8/layout/orgChart1"/>
    <dgm:cxn modelId="{B5D94E20-1541-4F5E-8692-B1A51F3A7813}" type="presOf" srcId="{B47D5D51-144F-4939-822D-184D719FC4D8}" destId="{C65F9734-5876-436E-A803-EBD12390F0C8}" srcOrd="0" destOrd="0" presId="urn:microsoft.com/office/officeart/2005/8/layout/orgChart1"/>
    <dgm:cxn modelId="{76037B90-CB81-4573-AB13-AEE17330F88E}" type="presParOf" srcId="{60F7423D-974F-413D-BDAD-007ECC5E4356}" destId="{25F5FF24-50F0-45A1-8114-9BCF3B439E64}" srcOrd="0" destOrd="0" presId="urn:microsoft.com/office/officeart/2005/8/layout/orgChart1"/>
    <dgm:cxn modelId="{100AA3B5-7F15-486B-A391-E61BD3960105}" type="presParOf" srcId="{25F5FF24-50F0-45A1-8114-9BCF3B439E64}" destId="{2A31A118-8A23-4C7F-92B0-6FBA05C63FFF}" srcOrd="0" destOrd="0" presId="urn:microsoft.com/office/officeart/2005/8/layout/orgChart1"/>
    <dgm:cxn modelId="{63BD0241-BEDB-4A71-9DF7-754B18F3F273}" type="presParOf" srcId="{2A31A118-8A23-4C7F-92B0-6FBA05C63FFF}" destId="{5E0D3B8B-77DF-40DC-8C6C-1E2B3F380D7E}" srcOrd="0" destOrd="0" presId="urn:microsoft.com/office/officeart/2005/8/layout/orgChart1"/>
    <dgm:cxn modelId="{2F3C2323-A576-400D-9AED-C03167CEF0D3}" type="presParOf" srcId="{2A31A118-8A23-4C7F-92B0-6FBA05C63FFF}" destId="{72F6AD65-7EC3-4C92-9F1C-66047313E97F}" srcOrd="1" destOrd="0" presId="urn:microsoft.com/office/officeart/2005/8/layout/orgChart1"/>
    <dgm:cxn modelId="{2A1D6300-CC08-4192-850E-916A758F50CF}" type="presParOf" srcId="{25F5FF24-50F0-45A1-8114-9BCF3B439E64}" destId="{D2B17DB4-F450-49F1-BA87-FC0828A920F4}" srcOrd="1" destOrd="0" presId="urn:microsoft.com/office/officeart/2005/8/layout/orgChart1"/>
    <dgm:cxn modelId="{EF1DDEBA-2FA6-4666-92BF-D045AB85104F}" type="presParOf" srcId="{D2B17DB4-F450-49F1-BA87-FC0828A920F4}" destId="{14F81CE7-5EAF-4222-85C2-CA9FB863D9C4}" srcOrd="0" destOrd="0" presId="urn:microsoft.com/office/officeart/2005/8/layout/orgChart1"/>
    <dgm:cxn modelId="{702A288D-B36D-418F-AAE2-2360B21487C7}" type="presParOf" srcId="{D2B17DB4-F450-49F1-BA87-FC0828A920F4}" destId="{16EC7DBA-0427-4F7D-BD52-A226629769E2}" srcOrd="1" destOrd="0" presId="urn:microsoft.com/office/officeart/2005/8/layout/orgChart1"/>
    <dgm:cxn modelId="{A4853919-367D-47B6-8750-A59D42DA31F5}" type="presParOf" srcId="{16EC7DBA-0427-4F7D-BD52-A226629769E2}" destId="{BB014FCE-F9D1-4455-8292-DB660E678942}" srcOrd="0" destOrd="0" presId="urn:microsoft.com/office/officeart/2005/8/layout/orgChart1"/>
    <dgm:cxn modelId="{D205248B-B853-4F31-A2EE-0572980DE79E}" type="presParOf" srcId="{BB014FCE-F9D1-4455-8292-DB660E678942}" destId="{72B91CF1-7161-4B21-8EF7-A55AFE7AB578}" srcOrd="0" destOrd="0" presId="urn:microsoft.com/office/officeart/2005/8/layout/orgChart1"/>
    <dgm:cxn modelId="{427DB5DA-4523-4531-8553-A826AFB99B2F}" type="presParOf" srcId="{BB014FCE-F9D1-4455-8292-DB660E678942}" destId="{3A4A2AE2-B978-4179-B315-3F92C8CDEE58}" srcOrd="1" destOrd="0" presId="urn:microsoft.com/office/officeart/2005/8/layout/orgChart1"/>
    <dgm:cxn modelId="{E2D65778-7FD7-4CC7-8860-6D14921954EF}" type="presParOf" srcId="{16EC7DBA-0427-4F7D-BD52-A226629769E2}" destId="{55A8AC32-985C-48E0-B618-A887D86275B1}" srcOrd="1" destOrd="0" presId="urn:microsoft.com/office/officeart/2005/8/layout/orgChart1"/>
    <dgm:cxn modelId="{75A648B9-3B67-41AD-8613-055977D7ECDE}" type="presParOf" srcId="{55A8AC32-985C-48E0-B618-A887D86275B1}" destId="{096182EA-ECDC-4447-AD3D-7A1E67E31D5D}" srcOrd="0" destOrd="0" presId="urn:microsoft.com/office/officeart/2005/8/layout/orgChart1"/>
    <dgm:cxn modelId="{36D0D9F4-474D-4255-B308-826F71F93814}" type="presParOf" srcId="{55A8AC32-985C-48E0-B618-A887D86275B1}" destId="{6DB52DBF-8A8C-4EB3-84D7-C2AFA2DD8449}" srcOrd="1" destOrd="0" presId="urn:microsoft.com/office/officeart/2005/8/layout/orgChart1"/>
    <dgm:cxn modelId="{0B8E874E-F038-480A-97AC-0A4B4252C3A7}" type="presParOf" srcId="{6DB52DBF-8A8C-4EB3-84D7-C2AFA2DD8449}" destId="{36308C56-837D-4B00-BB32-9F8ACE089EE6}" srcOrd="0" destOrd="0" presId="urn:microsoft.com/office/officeart/2005/8/layout/orgChart1"/>
    <dgm:cxn modelId="{D86F7EFA-D2BD-4E51-AB42-D95CFD61D40A}" type="presParOf" srcId="{36308C56-837D-4B00-BB32-9F8ACE089EE6}" destId="{4DB07FE5-D9E9-4F4D-BFB9-EFFB997403B0}" srcOrd="0" destOrd="0" presId="urn:microsoft.com/office/officeart/2005/8/layout/orgChart1"/>
    <dgm:cxn modelId="{8BD96214-0D73-42B1-8E52-70F4CA4FB91C}" type="presParOf" srcId="{36308C56-837D-4B00-BB32-9F8ACE089EE6}" destId="{3916042D-A7C1-4EED-AF79-63D3EB758BE1}" srcOrd="1" destOrd="0" presId="urn:microsoft.com/office/officeart/2005/8/layout/orgChart1"/>
    <dgm:cxn modelId="{B136244F-738F-4F60-BA1A-433BA3D4C78D}" type="presParOf" srcId="{6DB52DBF-8A8C-4EB3-84D7-C2AFA2DD8449}" destId="{158BA03E-59CD-486B-B21A-FA1E3A396B52}" srcOrd="1" destOrd="0" presId="urn:microsoft.com/office/officeart/2005/8/layout/orgChart1"/>
    <dgm:cxn modelId="{C8C1A5B1-6DA7-4C2B-9E47-ECED3AB6A70A}" type="presParOf" srcId="{6DB52DBF-8A8C-4EB3-84D7-C2AFA2DD8449}" destId="{F2EACB9A-E694-48F3-A2D6-DED5CCA9EB6E}" srcOrd="2" destOrd="0" presId="urn:microsoft.com/office/officeart/2005/8/layout/orgChart1"/>
    <dgm:cxn modelId="{F9F2D146-BCF5-48B8-8FFC-AADD892B380A}" type="presParOf" srcId="{55A8AC32-985C-48E0-B618-A887D86275B1}" destId="{414A06C2-86DC-45E8-90A6-7A60CBBA6C8E}" srcOrd="2" destOrd="0" presId="urn:microsoft.com/office/officeart/2005/8/layout/orgChart1"/>
    <dgm:cxn modelId="{D0F13E16-A9CB-45E3-848F-C429F565C0BB}" type="presParOf" srcId="{55A8AC32-985C-48E0-B618-A887D86275B1}" destId="{238AB3FB-29A7-46DF-A080-DA636BC41162}" srcOrd="3" destOrd="0" presId="urn:microsoft.com/office/officeart/2005/8/layout/orgChart1"/>
    <dgm:cxn modelId="{8B776B18-0843-44EE-BFC3-D217CA1F2DCD}" type="presParOf" srcId="{238AB3FB-29A7-46DF-A080-DA636BC41162}" destId="{DE7D5FF9-930D-4C5D-B714-356D2DC4AA5D}" srcOrd="0" destOrd="0" presId="urn:microsoft.com/office/officeart/2005/8/layout/orgChart1"/>
    <dgm:cxn modelId="{E6FC082F-113B-4B3D-BC53-419D2B4AD75E}" type="presParOf" srcId="{DE7D5FF9-930D-4C5D-B714-356D2DC4AA5D}" destId="{91D15D18-51E9-4A83-9523-E81D4BDEA0B6}" srcOrd="0" destOrd="0" presId="urn:microsoft.com/office/officeart/2005/8/layout/orgChart1"/>
    <dgm:cxn modelId="{FFF306C1-1911-4A36-A445-50E425AD01C7}" type="presParOf" srcId="{DE7D5FF9-930D-4C5D-B714-356D2DC4AA5D}" destId="{72F2588B-AA82-47AC-B14D-8455992FC58C}" srcOrd="1" destOrd="0" presId="urn:microsoft.com/office/officeart/2005/8/layout/orgChart1"/>
    <dgm:cxn modelId="{33764F05-55E3-4C01-BF60-E9F505B4DA12}" type="presParOf" srcId="{238AB3FB-29A7-46DF-A080-DA636BC41162}" destId="{339FD2DE-1256-4BDF-84DA-290193F1035A}" srcOrd="1" destOrd="0" presId="urn:microsoft.com/office/officeart/2005/8/layout/orgChart1"/>
    <dgm:cxn modelId="{72C10666-6C7A-4E38-845E-49BA63B5361B}" type="presParOf" srcId="{238AB3FB-29A7-46DF-A080-DA636BC41162}" destId="{579FDE4F-CBD4-49C5-823A-F06DCFC04725}" srcOrd="2" destOrd="0" presId="urn:microsoft.com/office/officeart/2005/8/layout/orgChart1"/>
    <dgm:cxn modelId="{07299202-03FB-4D22-A08F-A650510FD80F}" type="presParOf" srcId="{55A8AC32-985C-48E0-B618-A887D86275B1}" destId="{A6C538A8-CA08-41E9-B550-B027C37CCE61}" srcOrd="4" destOrd="0" presId="urn:microsoft.com/office/officeart/2005/8/layout/orgChart1"/>
    <dgm:cxn modelId="{9EA30B05-1E34-4E2E-890B-3D309299A68A}" type="presParOf" srcId="{55A8AC32-985C-48E0-B618-A887D86275B1}" destId="{20FA6792-367D-455E-80C0-D4B81199AAC9}" srcOrd="5" destOrd="0" presId="urn:microsoft.com/office/officeart/2005/8/layout/orgChart1"/>
    <dgm:cxn modelId="{8D683C15-68A3-411D-A5D3-EBDD5C21DD0E}" type="presParOf" srcId="{20FA6792-367D-455E-80C0-D4B81199AAC9}" destId="{B90936E0-BFFA-4AFF-AF22-723DFEE91BAD}" srcOrd="0" destOrd="0" presId="urn:microsoft.com/office/officeart/2005/8/layout/orgChart1"/>
    <dgm:cxn modelId="{A6358375-EB38-4D6F-889F-1C02C606F01B}" type="presParOf" srcId="{B90936E0-BFFA-4AFF-AF22-723DFEE91BAD}" destId="{7A6E8CE1-D02B-4614-A14C-9D13AB507A07}" srcOrd="0" destOrd="0" presId="urn:microsoft.com/office/officeart/2005/8/layout/orgChart1"/>
    <dgm:cxn modelId="{6E636419-8384-4E1E-99E4-88198D79F629}" type="presParOf" srcId="{B90936E0-BFFA-4AFF-AF22-723DFEE91BAD}" destId="{C65292F6-E726-4222-B3F5-84BC6AF8578C}" srcOrd="1" destOrd="0" presId="urn:microsoft.com/office/officeart/2005/8/layout/orgChart1"/>
    <dgm:cxn modelId="{580E1205-2635-4F3A-A11D-6C449FDFAB93}" type="presParOf" srcId="{20FA6792-367D-455E-80C0-D4B81199AAC9}" destId="{51F9AC70-BB04-402A-AB04-28B1082EBCB6}" srcOrd="1" destOrd="0" presId="urn:microsoft.com/office/officeart/2005/8/layout/orgChart1"/>
    <dgm:cxn modelId="{B04FE0C2-9614-4B65-B6A2-E497B9728AD0}" type="presParOf" srcId="{20FA6792-367D-455E-80C0-D4B81199AAC9}" destId="{9A3D1BC1-8D29-4F63-909A-79F3CD63A138}" srcOrd="2" destOrd="0" presId="urn:microsoft.com/office/officeart/2005/8/layout/orgChart1"/>
    <dgm:cxn modelId="{AB727F1D-7A4D-437A-854E-BDA48017CE00}" type="presParOf" srcId="{55A8AC32-985C-48E0-B618-A887D86275B1}" destId="{D7C04813-A54C-41B6-9525-68E5C5A1C90C}" srcOrd="6" destOrd="0" presId="urn:microsoft.com/office/officeart/2005/8/layout/orgChart1"/>
    <dgm:cxn modelId="{6BE76335-38BD-4324-9D07-FC8B1E24E84A}" type="presParOf" srcId="{55A8AC32-985C-48E0-B618-A887D86275B1}" destId="{B07080B2-185B-46CA-8CA5-EA21993B344D}" srcOrd="7" destOrd="0" presId="urn:microsoft.com/office/officeart/2005/8/layout/orgChart1"/>
    <dgm:cxn modelId="{2605F244-E3A0-4630-B7C7-586A1F2BC8B4}" type="presParOf" srcId="{B07080B2-185B-46CA-8CA5-EA21993B344D}" destId="{2EFA77D4-D210-4B1A-B974-AC2F88331C84}" srcOrd="0" destOrd="0" presId="urn:microsoft.com/office/officeart/2005/8/layout/orgChart1"/>
    <dgm:cxn modelId="{28503CC8-7D11-4063-A64A-6492BE086155}" type="presParOf" srcId="{2EFA77D4-D210-4B1A-B974-AC2F88331C84}" destId="{B5D5662B-9CAE-45EF-B808-405CF51CEB70}" srcOrd="0" destOrd="0" presId="urn:microsoft.com/office/officeart/2005/8/layout/orgChart1"/>
    <dgm:cxn modelId="{5EACF24F-BDC0-42E4-B551-7208C122C017}" type="presParOf" srcId="{2EFA77D4-D210-4B1A-B974-AC2F88331C84}" destId="{ABBEE331-8FF7-4395-8742-496937E91745}" srcOrd="1" destOrd="0" presId="urn:microsoft.com/office/officeart/2005/8/layout/orgChart1"/>
    <dgm:cxn modelId="{51717F75-2C2D-47A3-B11D-B2C68F11C0CA}" type="presParOf" srcId="{B07080B2-185B-46CA-8CA5-EA21993B344D}" destId="{0BBEFA71-226B-4EE9-A45B-F5F6629938DE}" srcOrd="1" destOrd="0" presId="urn:microsoft.com/office/officeart/2005/8/layout/orgChart1"/>
    <dgm:cxn modelId="{124A15A4-0847-4CB3-9A9F-242F188ABACA}" type="presParOf" srcId="{B07080B2-185B-46CA-8CA5-EA21993B344D}" destId="{C6D4AF32-8553-4E3C-B01C-1C3C3924F8AD}" srcOrd="2" destOrd="0" presId="urn:microsoft.com/office/officeart/2005/8/layout/orgChart1"/>
    <dgm:cxn modelId="{9201ED9E-0AFC-4B44-8424-2B17F940B86A}" type="presParOf" srcId="{55A8AC32-985C-48E0-B618-A887D86275B1}" destId="{387A6187-E0DE-493B-B179-9949BC0E72C8}" srcOrd="8" destOrd="0" presId="urn:microsoft.com/office/officeart/2005/8/layout/orgChart1"/>
    <dgm:cxn modelId="{8D570F29-94B4-4490-8AEE-51C2156508C4}" type="presParOf" srcId="{55A8AC32-985C-48E0-B618-A887D86275B1}" destId="{399FE56C-24AF-48AF-80FF-78C1CF195494}" srcOrd="9" destOrd="0" presId="urn:microsoft.com/office/officeart/2005/8/layout/orgChart1"/>
    <dgm:cxn modelId="{4133AB6E-0061-4F07-BFE4-8A1AE6E99651}" type="presParOf" srcId="{399FE56C-24AF-48AF-80FF-78C1CF195494}" destId="{99EEE53E-40FB-4815-84EF-24C1208E99CD}" srcOrd="0" destOrd="0" presId="urn:microsoft.com/office/officeart/2005/8/layout/orgChart1"/>
    <dgm:cxn modelId="{1B32C6DE-5885-4761-B6CF-25AF012450E7}" type="presParOf" srcId="{99EEE53E-40FB-4815-84EF-24C1208E99CD}" destId="{1B1271A3-DA09-42EE-8FA8-A53AB3819A0A}" srcOrd="0" destOrd="0" presId="urn:microsoft.com/office/officeart/2005/8/layout/orgChart1"/>
    <dgm:cxn modelId="{C54105B4-AAB0-47A5-B868-AA3455226A43}" type="presParOf" srcId="{99EEE53E-40FB-4815-84EF-24C1208E99CD}" destId="{5EC0EA79-4263-4482-B4FA-E29509762B12}" srcOrd="1" destOrd="0" presId="urn:microsoft.com/office/officeart/2005/8/layout/orgChart1"/>
    <dgm:cxn modelId="{0D136C43-709E-47AF-A8D7-5BB275CD0797}" type="presParOf" srcId="{399FE56C-24AF-48AF-80FF-78C1CF195494}" destId="{FEE68DB2-EBF6-4AC4-80C2-A06F3DC836D3}" srcOrd="1" destOrd="0" presId="urn:microsoft.com/office/officeart/2005/8/layout/orgChart1"/>
    <dgm:cxn modelId="{55375CA6-94E6-47FB-B310-E8BCF2A43AD7}" type="presParOf" srcId="{399FE56C-24AF-48AF-80FF-78C1CF195494}" destId="{0E073F1C-61C0-43E6-9AE3-374570708BDE}" srcOrd="2" destOrd="0" presId="urn:microsoft.com/office/officeart/2005/8/layout/orgChart1"/>
    <dgm:cxn modelId="{B39C6484-03EA-4CFE-BCDC-D58F60FF4027}" type="presParOf" srcId="{16EC7DBA-0427-4F7D-BD52-A226629769E2}" destId="{E4CEC0EF-DF2D-4FDA-B4D1-1588F8D7640A}" srcOrd="2" destOrd="0" presId="urn:microsoft.com/office/officeart/2005/8/layout/orgChart1"/>
    <dgm:cxn modelId="{2894EB14-00D1-4F52-B53B-6FB26ADC7AD9}" type="presParOf" srcId="{D2B17DB4-F450-49F1-BA87-FC0828A920F4}" destId="{C65F9734-5876-436E-A803-EBD12390F0C8}" srcOrd="2" destOrd="0" presId="urn:microsoft.com/office/officeart/2005/8/layout/orgChart1"/>
    <dgm:cxn modelId="{73584F5C-087F-4DF4-BC07-3CBFFC46E56F}" type="presParOf" srcId="{D2B17DB4-F450-49F1-BA87-FC0828A920F4}" destId="{4EA65949-326C-4DC1-A810-D27B8EC70B07}" srcOrd="3" destOrd="0" presId="urn:microsoft.com/office/officeart/2005/8/layout/orgChart1"/>
    <dgm:cxn modelId="{BC7766C3-FF18-4712-AC86-AA923AB1E186}" type="presParOf" srcId="{4EA65949-326C-4DC1-A810-D27B8EC70B07}" destId="{5EDC20A4-46F2-449E-8034-8C6F19793642}" srcOrd="0" destOrd="0" presId="urn:microsoft.com/office/officeart/2005/8/layout/orgChart1"/>
    <dgm:cxn modelId="{D69CE8E3-1FC5-41EF-997E-AD777AF6A658}" type="presParOf" srcId="{5EDC20A4-46F2-449E-8034-8C6F19793642}" destId="{667CB6C0-6565-4AD5-813A-D534ABD39159}" srcOrd="0" destOrd="0" presId="urn:microsoft.com/office/officeart/2005/8/layout/orgChart1"/>
    <dgm:cxn modelId="{DF81A63F-013C-4AF7-9111-8CF7360105F4}" type="presParOf" srcId="{5EDC20A4-46F2-449E-8034-8C6F19793642}" destId="{84304C50-FF9F-4566-8333-F1C14DBD4558}" srcOrd="1" destOrd="0" presId="urn:microsoft.com/office/officeart/2005/8/layout/orgChart1"/>
    <dgm:cxn modelId="{EED5B34B-147C-4273-83B2-A1CA85ABD14C}" type="presParOf" srcId="{4EA65949-326C-4DC1-A810-D27B8EC70B07}" destId="{DE145A04-D953-44E9-AB89-99A7929EB078}" srcOrd="1" destOrd="0" presId="urn:microsoft.com/office/officeart/2005/8/layout/orgChart1"/>
    <dgm:cxn modelId="{95448AC6-DD9F-4BDB-B24A-E75C048BD9BD}" type="presParOf" srcId="{DE145A04-D953-44E9-AB89-99A7929EB078}" destId="{B00114AB-EE54-4785-96EC-F90CA03D6BF9}" srcOrd="0" destOrd="0" presId="urn:microsoft.com/office/officeart/2005/8/layout/orgChart1"/>
    <dgm:cxn modelId="{BA27E181-BCB8-465B-BBBF-F369D53F0B79}" type="presParOf" srcId="{DE145A04-D953-44E9-AB89-99A7929EB078}" destId="{5B6E2AE1-3401-4187-89D2-2FAFAF0B89FF}" srcOrd="1" destOrd="0" presId="urn:microsoft.com/office/officeart/2005/8/layout/orgChart1"/>
    <dgm:cxn modelId="{5CF0F299-9582-40C8-BC5B-7DF3489016AC}" type="presParOf" srcId="{5B6E2AE1-3401-4187-89D2-2FAFAF0B89FF}" destId="{4A6CF311-4682-4B73-9836-67DE0F66100C}" srcOrd="0" destOrd="0" presId="urn:microsoft.com/office/officeart/2005/8/layout/orgChart1"/>
    <dgm:cxn modelId="{A8967BEC-1D18-49B1-92A2-E61277E7CECC}" type="presParOf" srcId="{4A6CF311-4682-4B73-9836-67DE0F66100C}" destId="{B33D72CE-EE4A-4E33-BB9B-A3FCEBFB1A1A}" srcOrd="0" destOrd="0" presId="urn:microsoft.com/office/officeart/2005/8/layout/orgChart1"/>
    <dgm:cxn modelId="{62F40508-06DC-45F2-8C65-866915C12FF4}" type="presParOf" srcId="{4A6CF311-4682-4B73-9836-67DE0F66100C}" destId="{20438057-1004-4A19-B044-A377DB9B2881}" srcOrd="1" destOrd="0" presId="urn:microsoft.com/office/officeart/2005/8/layout/orgChart1"/>
    <dgm:cxn modelId="{58468D2C-99A3-459E-9C05-1428732BFC00}" type="presParOf" srcId="{5B6E2AE1-3401-4187-89D2-2FAFAF0B89FF}" destId="{D37314B6-06D0-4978-AFBF-652F988B3378}" srcOrd="1" destOrd="0" presId="urn:microsoft.com/office/officeart/2005/8/layout/orgChart1"/>
    <dgm:cxn modelId="{98D01910-6731-4FED-828D-D316B633D010}" type="presParOf" srcId="{5B6E2AE1-3401-4187-89D2-2FAFAF0B89FF}" destId="{5E6C915F-9393-4D68-AC60-8336EF667394}" srcOrd="2" destOrd="0" presId="urn:microsoft.com/office/officeart/2005/8/layout/orgChart1"/>
    <dgm:cxn modelId="{3E0E36A7-07C1-4029-9D53-A1DAEDB6D12E}" type="presParOf" srcId="{DE145A04-D953-44E9-AB89-99A7929EB078}" destId="{54DE6CB7-E671-45AF-93D2-29E696492A5E}" srcOrd="2" destOrd="0" presId="urn:microsoft.com/office/officeart/2005/8/layout/orgChart1"/>
    <dgm:cxn modelId="{ECAF3E19-7FB3-4E6D-8EC8-FA085DD41C8F}" type="presParOf" srcId="{DE145A04-D953-44E9-AB89-99A7929EB078}" destId="{1E32D80C-42EA-474C-AD7B-36A52453CD71}" srcOrd="3" destOrd="0" presId="urn:microsoft.com/office/officeart/2005/8/layout/orgChart1"/>
    <dgm:cxn modelId="{61702FB5-D4F1-45F0-A7F1-4DB3E3F9DD52}" type="presParOf" srcId="{1E32D80C-42EA-474C-AD7B-36A52453CD71}" destId="{BD84977E-A0BA-48FF-A204-57E9FFE0F745}" srcOrd="0" destOrd="0" presId="urn:microsoft.com/office/officeart/2005/8/layout/orgChart1"/>
    <dgm:cxn modelId="{86329A29-99E7-4F3E-B79B-F2E41C70D40F}" type="presParOf" srcId="{BD84977E-A0BA-48FF-A204-57E9FFE0F745}" destId="{18CF5DAB-DFD6-4F28-AC86-0953E7AB68C4}" srcOrd="0" destOrd="0" presId="urn:microsoft.com/office/officeart/2005/8/layout/orgChart1"/>
    <dgm:cxn modelId="{43B4C555-DCDC-4B1F-8DE5-7C0181990688}" type="presParOf" srcId="{BD84977E-A0BA-48FF-A204-57E9FFE0F745}" destId="{0DC733EC-2B82-4D3F-9F9C-A23C3A0814B9}" srcOrd="1" destOrd="0" presId="urn:microsoft.com/office/officeart/2005/8/layout/orgChart1"/>
    <dgm:cxn modelId="{3DB7DCEE-2226-43DE-967B-EEFAA03E7467}" type="presParOf" srcId="{1E32D80C-42EA-474C-AD7B-36A52453CD71}" destId="{54CD02FF-0BE9-44E3-9DC7-E195FCEF508C}" srcOrd="1" destOrd="0" presId="urn:microsoft.com/office/officeart/2005/8/layout/orgChart1"/>
    <dgm:cxn modelId="{AC83C6A3-BB34-4CAC-A82D-103E0CBF1FFC}" type="presParOf" srcId="{1E32D80C-42EA-474C-AD7B-36A52453CD71}" destId="{5D172C14-CAF4-4488-9BE7-8C06D7B6330A}" srcOrd="2" destOrd="0" presId="urn:microsoft.com/office/officeart/2005/8/layout/orgChart1"/>
    <dgm:cxn modelId="{50956EA7-FF61-46ED-8681-3BF88923F5C4}" type="presParOf" srcId="{DE145A04-D953-44E9-AB89-99A7929EB078}" destId="{78F01BC3-C6F8-461E-A467-0572B8E9282E}" srcOrd="4" destOrd="0" presId="urn:microsoft.com/office/officeart/2005/8/layout/orgChart1"/>
    <dgm:cxn modelId="{3E703020-88B8-4DBE-BD82-1F8BA8E7E17E}" type="presParOf" srcId="{DE145A04-D953-44E9-AB89-99A7929EB078}" destId="{7EF14373-4C77-40DF-AD44-BC4264E2A4DD}" srcOrd="5" destOrd="0" presId="urn:microsoft.com/office/officeart/2005/8/layout/orgChart1"/>
    <dgm:cxn modelId="{00729C86-B405-41BE-9E50-A8DC63B86311}" type="presParOf" srcId="{7EF14373-4C77-40DF-AD44-BC4264E2A4DD}" destId="{674D91A3-EF37-4C99-B022-9C0E562F1C2B}" srcOrd="0" destOrd="0" presId="urn:microsoft.com/office/officeart/2005/8/layout/orgChart1"/>
    <dgm:cxn modelId="{D6336728-0FF8-440D-8E06-DFB985C42719}" type="presParOf" srcId="{674D91A3-EF37-4C99-B022-9C0E562F1C2B}" destId="{19D1A392-F393-4A23-B17D-1D1E8D0BE4C1}" srcOrd="0" destOrd="0" presId="urn:microsoft.com/office/officeart/2005/8/layout/orgChart1"/>
    <dgm:cxn modelId="{A35191A4-58D4-41C4-9B70-CC964A9A452E}" type="presParOf" srcId="{674D91A3-EF37-4C99-B022-9C0E562F1C2B}" destId="{2EAD5B3E-CEFA-4804-9E61-0D5CAB840BA9}" srcOrd="1" destOrd="0" presId="urn:microsoft.com/office/officeart/2005/8/layout/orgChart1"/>
    <dgm:cxn modelId="{9419FFCB-F194-41E3-9A60-660C67C63B5B}" type="presParOf" srcId="{7EF14373-4C77-40DF-AD44-BC4264E2A4DD}" destId="{97D4D248-9FBF-4EEA-9032-55B145869FAD}" srcOrd="1" destOrd="0" presId="urn:microsoft.com/office/officeart/2005/8/layout/orgChart1"/>
    <dgm:cxn modelId="{3293A61C-A770-419A-909B-4A623C1A9F7F}" type="presParOf" srcId="{7EF14373-4C77-40DF-AD44-BC4264E2A4DD}" destId="{E5593056-559A-4DC6-9943-9B78333B569B}" srcOrd="2" destOrd="0" presId="urn:microsoft.com/office/officeart/2005/8/layout/orgChart1"/>
    <dgm:cxn modelId="{666A0ED8-534F-48B5-80D3-F43C9E62BE9D}" type="presParOf" srcId="{DE145A04-D953-44E9-AB89-99A7929EB078}" destId="{17A06A99-BE9C-488C-9739-6C7200CFCD42}" srcOrd="6" destOrd="0" presId="urn:microsoft.com/office/officeart/2005/8/layout/orgChart1"/>
    <dgm:cxn modelId="{E70FC5E9-F695-41FD-8C0C-2D970DB8F9E9}" type="presParOf" srcId="{DE145A04-D953-44E9-AB89-99A7929EB078}" destId="{F220F35A-3BE4-42D5-B07E-DFA9E1A7099F}" srcOrd="7" destOrd="0" presId="urn:microsoft.com/office/officeart/2005/8/layout/orgChart1"/>
    <dgm:cxn modelId="{3544736F-EEFB-4149-ADBD-335E4CFA7E9D}" type="presParOf" srcId="{F220F35A-3BE4-42D5-B07E-DFA9E1A7099F}" destId="{4AB3815E-5A0E-46D5-BBD6-441E9219AD07}" srcOrd="0" destOrd="0" presId="urn:microsoft.com/office/officeart/2005/8/layout/orgChart1"/>
    <dgm:cxn modelId="{C9517900-09ED-40E3-8EB6-F686CC3B4071}" type="presParOf" srcId="{4AB3815E-5A0E-46D5-BBD6-441E9219AD07}" destId="{78FE526B-0CB6-43BD-B0FC-9C152718FA53}" srcOrd="0" destOrd="0" presId="urn:microsoft.com/office/officeart/2005/8/layout/orgChart1"/>
    <dgm:cxn modelId="{17DA26D1-C723-4B3B-A198-88DC837BB658}" type="presParOf" srcId="{4AB3815E-5A0E-46D5-BBD6-441E9219AD07}" destId="{29A769F6-BDC6-4D24-A1C9-937E77C9A98D}" srcOrd="1" destOrd="0" presId="urn:microsoft.com/office/officeart/2005/8/layout/orgChart1"/>
    <dgm:cxn modelId="{683898CE-B64A-4E2D-86C8-F32A954E618C}" type="presParOf" srcId="{F220F35A-3BE4-42D5-B07E-DFA9E1A7099F}" destId="{8BE96B91-A502-4C51-8E41-E4A02B6070B6}" srcOrd="1" destOrd="0" presId="urn:microsoft.com/office/officeart/2005/8/layout/orgChart1"/>
    <dgm:cxn modelId="{4F3382CA-C6CB-4524-84A0-5A118BDDBC96}" type="presParOf" srcId="{F220F35A-3BE4-42D5-B07E-DFA9E1A7099F}" destId="{4AFEAD89-E8D3-4F29-921A-B12846174393}" srcOrd="2" destOrd="0" presId="urn:microsoft.com/office/officeart/2005/8/layout/orgChart1"/>
    <dgm:cxn modelId="{76C21F13-3077-467C-89DF-6C54F9505C67}" type="presParOf" srcId="{DE145A04-D953-44E9-AB89-99A7929EB078}" destId="{41CCE081-2EB4-4470-A212-4E366BFE9788}" srcOrd="8" destOrd="0" presId="urn:microsoft.com/office/officeart/2005/8/layout/orgChart1"/>
    <dgm:cxn modelId="{C56E2ABF-F66B-4317-96FA-1B07F62DE5D7}" type="presParOf" srcId="{DE145A04-D953-44E9-AB89-99A7929EB078}" destId="{62D9F6DE-11A2-4D95-8044-61E1E42305C9}" srcOrd="9" destOrd="0" presId="urn:microsoft.com/office/officeart/2005/8/layout/orgChart1"/>
    <dgm:cxn modelId="{BFC4288A-382A-451A-8FE4-CDC6D9A00B80}" type="presParOf" srcId="{62D9F6DE-11A2-4D95-8044-61E1E42305C9}" destId="{D0AA525E-D284-4D70-98F2-68A94C283984}" srcOrd="0" destOrd="0" presId="urn:microsoft.com/office/officeart/2005/8/layout/orgChart1"/>
    <dgm:cxn modelId="{6B229660-D686-4E10-9DEB-9097611F2BAC}" type="presParOf" srcId="{D0AA525E-D284-4D70-98F2-68A94C283984}" destId="{271A19FD-ED49-485D-A275-CD8EAC61CE8F}" srcOrd="0" destOrd="0" presId="urn:microsoft.com/office/officeart/2005/8/layout/orgChart1"/>
    <dgm:cxn modelId="{A9046F41-071C-4E34-A582-329CF049FC0B}" type="presParOf" srcId="{D0AA525E-D284-4D70-98F2-68A94C283984}" destId="{F4B7176D-6AAE-499E-9792-BFDD3BD5B637}" srcOrd="1" destOrd="0" presId="urn:microsoft.com/office/officeart/2005/8/layout/orgChart1"/>
    <dgm:cxn modelId="{43729B74-DCD5-4242-A376-98B9A9C15560}" type="presParOf" srcId="{62D9F6DE-11A2-4D95-8044-61E1E42305C9}" destId="{B0D901BB-B18C-4A54-B36B-0964ADDD5AAD}" srcOrd="1" destOrd="0" presId="urn:microsoft.com/office/officeart/2005/8/layout/orgChart1"/>
    <dgm:cxn modelId="{B05B00EC-2B25-41B3-871C-58AA522278AB}" type="presParOf" srcId="{62D9F6DE-11A2-4D95-8044-61E1E42305C9}" destId="{75857328-2DAA-442E-A70C-FE58DF725F6D}" srcOrd="2" destOrd="0" presId="urn:microsoft.com/office/officeart/2005/8/layout/orgChart1"/>
    <dgm:cxn modelId="{B8E5BD42-FD22-4015-906D-AD342684D700}" type="presParOf" srcId="{4EA65949-326C-4DC1-A810-D27B8EC70B07}" destId="{BEDF29B7-D0B3-4C49-A78A-BF4A3180527C}" srcOrd="2" destOrd="0" presId="urn:microsoft.com/office/officeart/2005/8/layout/orgChart1"/>
    <dgm:cxn modelId="{FEEF80ED-2737-4D36-A5A1-A70B99E5DB57}" type="presParOf" srcId="{D2B17DB4-F450-49F1-BA87-FC0828A920F4}" destId="{CFB47309-B816-4314-8EAB-FF38977E96E2}" srcOrd="4" destOrd="0" presId="urn:microsoft.com/office/officeart/2005/8/layout/orgChart1"/>
    <dgm:cxn modelId="{22A25F1D-EE17-4470-96E7-0048784FBDDE}" type="presParOf" srcId="{D2B17DB4-F450-49F1-BA87-FC0828A920F4}" destId="{8485C17F-F03D-4628-B122-3D8796D5D2C4}" srcOrd="5" destOrd="0" presId="urn:microsoft.com/office/officeart/2005/8/layout/orgChart1"/>
    <dgm:cxn modelId="{AE497908-411A-487C-B374-8591DA5B6003}" type="presParOf" srcId="{8485C17F-F03D-4628-B122-3D8796D5D2C4}" destId="{4F7BDDDC-47D7-415C-96E4-943E6C84F9DA}" srcOrd="0" destOrd="0" presId="urn:microsoft.com/office/officeart/2005/8/layout/orgChart1"/>
    <dgm:cxn modelId="{0D002FA5-87DA-453B-8A8D-C06900017A80}" type="presParOf" srcId="{4F7BDDDC-47D7-415C-96E4-943E6C84F9DA}" destId="{D9E07E61-3F72-4B59-9172-EB9CEF90BD8C}" srcOrd="0" destOrd="0" presId="urn:microsoft.com/office/officeart/2005/8/layout/orgChart1"/>
    <dgm:cxn modelId="{244998AD-7614-4699-A829-D65E2DA9AABB}" type="presParOf" srcId="{4F7BDDDC-47D7-415C-96E4-943E6C84F9DA}" destId="{FEDFACBC-81BB-45B5-BE07-A52D262E1373}" srcOrd="1" destOrd="0" presId="urn:microsoft.com/office/officeart/2005/8/layout/orgChart1"/>
    <dgm:cxn modelId="{A908306E-CA0F-4038-A18E-E6B25881D388}" type="presParOf" srcId="{8485C17F-F03D-4628-B122-3D8796D5D2C4}" destId="{A989CD9A-F1B0-4601-8D90-9F8EC2CE2AEF}" srcOrd="1" destOrd="0" presId="urn:microsoft.com/office/officeart/2005/8/layout/orgChart1"/>
    <dgm:cxn modelId="{D855F977-3EB9-4CE1-ABB8-B3F48CFEC8AA}" type="presParOf" srcId="{8485C17F-F03D-4628-B122-3D8796D5D2C4}" destId="{A3DC562A-2AC6-4DD3-B82D-3CA0C539CFE8}" srcOrd="2" destOrd="0" presId="urn:microsoft.com/office/officeart/2005/8/layout/orgChart1"/>
    <dgm:cxn modelId="{6A2C6EA0-A0ED-4959-AAFF-278192AC91A7}" type="presParOf" srcId="{D2B17DB4-F450-49F1-BA87-FC0828A920F4}" destId="{78D06581-4C56-44ED-A48B-3E074D7D4A12}" srcOrd="6" destOrd="0" presId="urn:microsoft.com/office/officeart/2005/8/layout/orgChart1"/>
    <dgm:cxn modelId="{6B1723AD-D57A-4472-AFF1-2DA4C8DA7F24}" type="presParOf" srcId="{D2B17DB4-F450-49F1-BA87-FC0828A920F4}" destId="{F1512D98-582F-4A73-A6AB-C0B3420A999D}" srcOrd="7" destOrd="0" presId="urn:microsoft.com/office/officeart/2005/8/layout/orgChart1"/>
    <dgm:cxn modelId="{7350E2FD-3F14-4430-8327-E2D6338B3157}" type="presParOf" srcId="{F1512D98-582F-4A73-A6AB-C0B3420A999D}" destId="{349D34DD-564A-4285-A9B8-15A2A4FAD750}" srcOrd="0" destOrd="0" presId="urn:microsoft.com/office/officeart/2005/8/layout/orgChart1"/>
    <dgm:cxn modelId="{B0533C6E-5591-4A70-AA28-E018B75E5AE9}" type="presParOf" srcId="{349D34DD-564A-4285-A9B8-15A2A4FAD750}" destId="{C4110DA1-8F2D-4D47-8B4E-6A26CEFCE751}" srcOrd="0" destOrd="0" presId="urn:microsoft.com/office/officeart/2005/8/layout/orgChart1"/>
    <dgm:cxn modelId="{E10D3899-DE18-4251-8AE1-16655CD075ED}" type="presParOf" srcId="{349D34DD-564A-4285-A9B8-15A2A4FAD750}" destId="{F87D91D9-A2CC-4778-B63C-383E827BF3BF}" srcOrd="1" destOrd="0" presId="urn:microsoft.com/office/officeart/2005/8/layout/orgChart1"/>
    <dgm:cxn modelId="{D270A143-9ECA-490C-A5E0-BB88F008F595}" type="presParOf" srcId="{F1512D98-582F-4A73-A6AB-C0B3420A999D}" destId="{081D5200-7F93-48A8-8662-A001DB71F6A8}" srcOrd="1" destOrd="0" presId="urn:microsoft.com/office/officeart/2005/8/layout/orgChart1"/>
    <dgm:cxn modelId="{5B78BC56-2C5A-42CF-BA80-94C4546DEEE7}" type="presParOf" srcId="{F1512D98-582F-4A73-A6AB-C0B3420A999D}" destId="{12516E6B-5008-49CA-972E-0DA52E0350F5}" srcOrd="2" destOrd="0" presId="urn:microsoft.com/office/officeart/2005/8/layout/orgChart1"/>
    <dgm:cxn modelId="{BECBAAA6-F759-4C97-9696-7CFE8692BBFD}" type="presParOf" srcId="{25F5FF24-50F0-45A1-8114-9BCF3B439E64}" destId="{7DD424A3-341E-41CA-96D2-09BD5DC48D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0F05B2-C4F6-4365-9E92-D51D88C83A29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C07EF7-57ED-4250-B795-135C86E384D0}">
      <dgm:prSet phldrT="[Text]"/>
      <dgm:spPr/>
      <dgm:t>
        <a:bodyPr/>
        <a:lstStyle/>
        <a:p>
          <a:r>
            <a:rPr lang="en-US" dirty="0" smtClean="0"/>
            <a:t>Compute Total Weight</a:t>
          </a:r>
          <a:endParaRPr lang="en-US" dirty="0"/>
        </a:p>
      </dgm:t>
    </dgm:pt>
    <dgm:pt modelId="{D9245E26-0F28-43D1-89F0-E634D50679D1}" type="parTrans" cxnId="{590669B8-E55B-4945-B0D6-AE57715FEAFE}">
      <dgm:prSet/>
      <dgm:spPr/>
      <dgm:t>
        <a:bodyPr/>
        <a:lstStyle/>
        <a:p>
          <a:endParaRPr lang="en-US"/>
        </a:p>
      </dgm:t>
    </dgm:pt>
    <dgm:pt modelId="{119B9FE2-62A6-4415-BE08-1EB0B9C506FC}" type="sibTrans" cxnId="{590669B8-E55B-4945-B0D6-AE57715FEAFE}">
      <dgm:prSet/>
      <dgm:spPr/>
      <dgm:t>
        <a:bodyPr/>
        <a:lstStyle/>
        <a:p>
          <a:endParaRPr lang="en-US"/>
        </a:p>
      </dgm:t>
    </dgm:pt>
    <dgm:pt modelId="{FFAA1270-6D67-4A73-80EA-92F4965075CC}">
      <dgm:prSet phldrT="[Text]"/>
      <dgm:spPr/>
      <dgm:t>
        <a:bodyPr/>
        <a:lstStyle/>
        <a:p>
          <a:r>
            <a:rPr lang="en-US" dirty="0" smtClean="0"/>
            <a:t>Input : qty, density, thickness, d1, d2</a:t>
          </a:r>
          <a:endParaRPr lang="en-US" dirty="0"/>
        </a:p>
      </dgm:t>
    </dgm:pt>
    <dgm:pt modelId="{9B08A61B-E7B5-4D2D-A732-B355E7DE964A}" type="parTrans" cxnId="{E93350C6-00C3-4844-A287-340EC12B88DD}">
      <dgm:prSet/>
      <dgm:spPr/>
      <dgm:t>
        <a:bodyPr/>
        <a:lstStyle/>
        <a:p>
          <a:endParaRPr lang="en-US"/>
        </a:p>
      </dgm:t>
    </dgm:pt>
    <dgm:pt modelId="{4E9C4A2F-3C46-4116-B02E-27F1C03C765E}" type="sibTrans" cxnId="{E93350C6-00C3-4844-A287-340EC12B88DD}">
      <dgm:prSet/>
      <dgm:spPr/>
      <dgm:t>
        <a:bodyPr/>
        <a:lstStyle/>
        <a:p>
          <a:endParaRPr lang="en-US"/>
        </a:p>
      </dgm:t>
    </dgm:pt>
    <dgm:pt modelId="{384DBA0A-24FA-4D07-B557-64CBE543628E}">
      <dgm:prSet phldrT="[Text]"/>
      <dgm:spPr/>
      <dgm:t>
        <a:bodyPr/>
        <a:lstStyle/>
        <a:p>
          <a:r>
            <a:rPr lang="en-US" dirty="0" smtClean="0"/>
            <a:t>Compute Weight of a single washer</a:t>
          </a:r>
          <a:endParaRPr lang="en-US" dirty="0"/>
        </a:p>
      </dgm:t>
    </dgm:pt>
    <dgm:pt modelId="{B47D5D51-144F-4939-822D-184D719FC4D8}" type="parTrans" cxnId="{04A6DFF8-7EAC-40E2-934A-E978AD649446}">
      <dgm:prSet/>
      <dgm:spPr/>
      <dgm:t>
        <a:bodyPr/>
        <a:lstStyle/>
        <a:p>
          <a:endParaRPr lang="en-US"/>
        </a:p>
      </dgm:t>
    </dgm:pt>
    <dgm:pt modelId="{BD008AE8-A2C7-45E7-8B80-44420F871EDA}" type="sibTrans" cxnId="{04A6DFF8-7EAC-40E2-934A-E978AD649446}">
      <dgm:prSet/>
      <dgm:spPr/>
      <dgm:t>
        <a:bodyPr/>
        <a:lstStyle/>
        <a:p>
          <a:endParaRPr lang="en-US"/>
        </a:p>
      </dgm:t>
    </dgm:pt>
    <dgm:pt modelId="{8ECE73B4-EA93-47B3-8EC2-F7ED692E3675}">
      <dgm:prSet phldrT="[Text]"/>
      <dgm:spPr/>
      <dgm:t>
        <a:bodyPr/>
        <a:lstStyle/>
        <a:p>
          <a:r>
            <a:rPr lang="en-US" dirty="0" smtClean="0"/>
            <a:t>Output total weight</a:t>
          </a:r>
          <a:endParaRPr lang="en-US" dirty="0"/>
        </a:p>
      </dgm:t>
    </dgm:pt>
    <dgm:pt modelId="{7E6D309A-79CB-4C43-AE34-1521813852D1}" type="parTrans" cxnId="{64C7D91D-A2E4-40E2-A05E-EEDA79978A44}">
      <dgm:prSet/>
      <dgm:spPr/>
      <dgm:t>
        <a:bodyPr/>
        <a:lstStyle/>
        <a:p>
          <a:endParaRPr lang="en-US"/>
        </a:p>
      </dgm:t>
    </dgm:pt>
    <dgm:pt modelId="{EB2E925D-C33C-4151-A5DA-90C837B41953}" type="sibTrans" cxnId="{64C7D91D-A2E4-40E2-A05E-EEDA79978A44}">
      <dgm:prSet/>
      <dgm:spPr/>
      <dgm:t>
        <a:bodyPr/>
        <a:lstStyle/>
        <a:p>
          <a:endParaRPr lang="en-US"/>
        </a:p>
      </dgm:t>
    </dgm:pt>
    <dgm:pt modelId="{F45B4A23-5160-48E2-B05D-79220BE8E6A0}">
      <dgm:prSet phldrT="[Text]"/>
      <dgm:spPr/>
      <dgm:t>
        <a:bodyPr/>
        <a:lstStyle/>
        <a:p>
          <a:r>
            <a:rPr lang="en-US" dirty="0" smtClean="0"/>
            <a:t>Compute total Weight</a:t>
          </a:r>
          <a:endParaRPr lang="en-US" dirty="0">
            <a:solidFill>
              <a:srgbClr val="FF0000"/>
            </a:solidFill>
          </a:endParaRPr>
        </a:p>
      </dgm:t>
    </dgm:pt>
    <dgm:pt modelId="{863A04C4-6207-46B3-8C8D-9F979BBF9A05}" type="parTrans" cxnId="{317B2BB5-F667-42DA-947C-C5F24EADAC46}">
      <dgm:prSet/>
      <dgm:spPr/>
      <dgm:t>
        <a:bodyPr/>
        <a:lstStyle/>
        <a:p>
          <a:endParaRPr lang="en-US"/>
        </a:p>
      </dgm:t>
    </dgm:pt>
    <dgm:pt modelId="{8D205E78-91B3-40A0-BDCE-2B3A30BC0A57}" type="sibTrans" cxnId="{317B2BB5-F667-42DA-947C-C5F24EADAC46}">
      <dgm:prSet/>
      <dgm:spPr/>
      <dgm:t>
        <a:bodyPr/>
        <a:lstStyle/>
        <a:p>
          <a:endParaRPr lang="en-US"/>
        </a:p>
      </dgm:t>
    </dgm:pt>
    <dgm:pt modelId="{DAC69E91-0613-4999-AFAA-732052BC759E}">
      <dgm:prSet phldrT="[Text]"/>
      <dgm:spPr/>
      <dgm:t>
        <a:bodyPr/>
        <a:lstStyle/>
        <a:p>
          <a:r>
            <a:rPr lang="en-US" dirty="0" smtClean="0"/>
            <a:t>Compute circle area</a:t>
          </a:r>
          <a:endParaRPr lang="en-US" dirty="0"/>
        </a:p>
      </dgm:t>
    </dgm:pt>
    <dgm:pt modelId="{ADBFCB45-89E9-4965-B599-F7F718E283B7}" type="parTrans" cxnId="{F59C5B6C-C070-4CCA-856D-0DB582C8C53B}">
      <dgm:prSet/>
      <dgm:spPr/>
      <dgm:t>
        <a:bodyPr/>
        <a:lstStyle/>
        <a:p>
          <a:endParaRPr lang="en-US"/>
        </a:p>
      </dgm:t>
    </dgm:pt>
    <dgm:pt modelId="{B8BD8FAD-0500-4230-8EF8-0B6966A9CC32}" type="sibTrans" cxnId="{F59C5B6C-C070-4CCA-856D-0DB582C8C53B}">
      <dgm:prSet/>
      <dgm:spPr/>
      <dgm:t>
        <a:bodyPr/>
        <a:lstStyle/>
        <a:p>
          <a:endParaRPr lang="en-US"/>
        </a:p>
      </dgm:t>
    </dgm:pt>
    <dgm:pt modelId="{60F7423D-974F-413D-BDAD-007ECC5E4356}" type="pres">
      <dgm:prSet presAssocID="{4D0F05B2-C4F6-4365-9E92-D51D88C83A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5F5FF24-50F0-45A1-8114-9BCF3B439E64}" type="pres">
      <dgm:prSet presAssocID="{30C07EF7-57ED-4250-B795-135C86E384D0}" presName="hierRoot1" presStyleCnt="0">
        <dgm:presLayoutVars>
          <dgm:hierBranch val="init"/>
        </dgm:presLayoutVars>
      </dgm:prSet>
      <dgm:spPr/>
    </dgm:pt>
    <dgm:pt modelId="{2A31A118-8A23-4C7F-92B0-6FBA05C63FFF}" type="pres">
      <dgm:prSet presAssocID="{30C07EF7-57ED-4250-B795-135C86E384D0}" presName="rootComposite1" presStyleCnt="0"/>
      <dgm:spPr/>
    </dgm:pt>
    <dgm:pt modelId="{5E0D3B8B-77DF-40DC-8C6C-1E2B3F380D7E}" type="pres">
      <dgm:prSet presAssocID="{30C07EF7-57ED-4250-B795-135C86E384D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6AD65-7EC3-4C92-9F1C-66047313E97F}" type="pres">
      <dgm:prSet presAssocID="{30C07EF7-57ED-4250-B795-135C86E384D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D2B17DB4-F450-49F1-BA87-FC0828A920F4}" type="pres">
      <dgm:prSet presAssocID="{30C07EF7-57ED-4250-B795-135C86E384D0}" presName="hierChild2" presStyleCnt="0"/>
      <dgm:spPr/>
    </dgm:pt>
    <dgm:pt modelId="{14F81CE7-5EAF-4222-85C2-CA9FB863D9C4}" type="pres">
      <dgm:prSet presAssocID="{9B08A61B-E7B5-4D2D-A732-B355E7DE964A}" presName="Name37" presStyleLbl="parChTrans1D2" presStyleIdx="0" presStyleCnt="4"/>
      <dgm:spPr/>
      <dgm:t>
        <a:bodyPr/>
        <a:lstStyle/>
        <a:p>
          <a:endParaRPr lang="en-US"/>
        </a:p>
      </dgm:t>
    </dgm:pt>
    <dgm:pt modelId="{16EC7DBA-0427-4F7D-BD52-A226629769E2}" type="pres">
      <dgm:prSet presAssocID="{FFAA1270-6D67-4A73-80EA-92F4965075CC}" presName="hierRoot2" presStyleCnt="0">
        <dgm:presLayoutVars>
          <dgm:hierBranch val="init"/>
        </dgm:presLayoutVars>
      </dgm:prSet>
      <dgm:spPr/>
    </dgm:pt>
    <dgm:pt modelId="{BB014FCE-F9D1-4455-8292-DB660E678942}" type="pres">
      <dgm:prSet presAssocID="{FFAA1270-6D67-4A73-80EA-92F4965075CC}" presName="rootComposite" presStyleCnt="0"/>
      <dgm:spPr/>
    </dgm:pt>
    <dgm:pt modelId="{72B91CF1-7161-4B21-8EF7-A55AFE7AB578}" type="pres">
      <dgm:prSet presAssocID="{FFAA1270-6D67-4A73-80EA-92F4965075CC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4A2AE2-B978-4179-B315-3F92C8CDEE58}" type="pres">
      <dgm:prSet presAssocID="{FFAA1270-6D67-4A73-80EA-92F4965075CC}" presName="rootConnector" presStyleLbl="node2" presStyleIdx="0" presStyleCnt="4"/>
      <dgm:spPr/>
      <dgm:t>
        <a:bodyPr/>
        <a:lstStyle/>
        <a:p>
          <a:endParaRPr lang="en-US"/>
        </a:p>
      </dgm:t>
    </dgm:pt>
    <dgm:pt modelId="{55A8AC32-985C-48E0-B618-A887D86275B1}" type="pres">
      <dgm:prSet presAssocID="{FFAA1270-6D67-4A73-80EA-92F4965075CC}" presName="hierChild4" presStyleCnt="0"/>
      <dgm:spPr/>
    </dgm:pt>
    <dgm:pt modelId="{E4CEC0EF-DF2D-4FDA-B4D1-1588F8D7640A}" type="pres">
      <dgm:prSet presAssocID="{FFAA1270-6D67-4A73-80EA-92F4965075CC}" presName="hierChild5" presStyleCnt="0"/>
      <dgm:spPr/>
    </dgm:pt>
    <dgm:pt modelId="{C65F9734-5876-436E-A803-EBD12390F0C8}" type="pres">
      <dgm:prSet presAssocID="{B47D5D51-144F-4939-822D-184D719FC4D8}" presName="Name37" presStyleLbl="parChTrans1D2" presStyleIdx="1" presStyleCnt="4"/>
      <dgm:spPr/>
      <dgm:t>
        <a:bodyPr/>
        <a:lstStyle/>
        <a:p>
          <a:endParaRPr lang="en-US"/>
        </a:p>
      </dgm:t>
    </dgm:pt>
    <dgm:pt modelId="{4EA65949-326C-4DC1-A810-D27B8EC70B07}" type="pres">
      <dgm:prSet presAssocID="{384DBA0A-24FA-4D07-B557-64CBE543628E}" presName="hierRoot2" presStyleCnt="0">
        <dgm:presLayoutVars>
          <dgm:hierBranch/>
        </dgm:presLayoutVars>
      </dgm:prSet>
      <dgm:spPr/>
    </dgm:pt>
    <dgm:pt modelId="{5EDC20A4-46F2-449E-8034-8C6F19793642}" type="pres">
      <dgm:prSet presAssocID="{384DBA0A-24FA-4D07-B557-64CBE543628E}" presName="rootComposite" presStyleCnt="0"/>
      <dgm:spPr/>
    </dgm:pt>
    <dgm:pt modelId="{667CB6C0-6565-4AD5-813A-D534ABD39159}" type="pres">
      <dgm:prSet presAssocID="{384DBA0A-24FA-4D07-B557-64CBE543628E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304C50-FF9F-4566-8333-F1C14DBD4558}" type="pres">
      <dgm:prSet presAssocID="{384DBA0A-24FA-4D07-B557-64CBE543628E}" presName="rootConnector" presStyleLbl="node2" presStyleIdx="1" presStyleCnt="4"/>
      <dgm:spPr/>
      <dgm:t>
        <a:bodyPr/>
        <a:lstStyle/>
        <a:p>
          <a:endParaRPr lang="en-US"/>
        </a:p>
      </dgm:t>
    </dgm:pt>
    <dgm:pt modelId="{DE145A04-D953-44E9-AB89-99A7929EB078}" type="pres">
      <dgm:prSet presAssocID="{384DBA0A-24FA-4D07-B557-64CBE543628E}" presName="hierChild4" presStyleCnt="0"/>
      <dgm:spPr/>
    </dgm:pt>
    <dgm:pt modelId="{9316EB06-2157-456B-957F-C49D7C28B376}" type="pres">
      <dgm:prSet presAssocID="{ADBFCB45-89E9-4965-B599-F7F718E283B7}" presName="Name35" presStyleLbl="parChTrans1D3" presStyleIdx="0" presStyleCnt="1"/>
      <dgm:spPr/>
      <dgm:t>
        <a:bodyPr/>
        <a:lstStyle/>
        <a:p>
          <a:endParaRPr lang="en-US"/>
        </a:p>
      </dgm:t>
    </dgm:pt>
    <dgm:pt modelId="{9A0ED9B3-6D75-40AE-81DF-9041F6E2DCBC}" type="pres">
      <dgm:prSet presAssocID="{DAC69E91-0613-4999-AFAA-732052BC759E}" presName="hierRoot2" presStyleCnt="0">
        <dgm:presLayoutVars>
          <dgm:hierBranch val="init"/>
        </dgm:presLayoutVars>
      </dgm:prSet>
      <dgm:spPr/>
    </dgm:pt>
    <dgm:pt modelId="{C95C3E24-B1C9-4683-811A-ED174125B8A6}" type="pres">
      <dgm:prSet presAssocID="{DAC69E91-0613-4999-AFAA-732052BC759E}" presName="rootComposite" presStyleCnt="0"/>
      <dgm:spPr/>
    </dgm:pt>
    <dgm:pt modelId="{B217E01A-AEA5-4335-9F18-1A7C6761C7D6}" type="pres">
      <dgm:prSet presAssocID="{DAC69E91-0613-4999-AFAA-732052BC759E}" presName="rootText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2FEB5B0-1D76-4367-B7F1-C15F56ED28E4}" type="pres">
      <dgm:prSet presAssocID="{DAC69E91-0613-4999-AFAA-732052BC759E}" presName="rootConnector" presStyleLbl="node3" presStyleIdx="0" presStyleCnt="1"/>
      <dgm:spPr/>
      <dgm:t>
        <a:bodyPr/>
        <a:lstStyle/>
        <a:p>
          <a:endParaRPr lang="en-US"/>
        </a:p>
      </dgm:t>
    </dgm:pt>
    <dgm:pt modelId="{753D1BD4-6594-4B3C-8F7C-985198B58796}" type="pres">
      <dgm:prSet presAssocID="{DAC69E91-0613-4999-AFAA-732052BC759E}" presName="hierChild4" presStyleCnt="0"/>
      <dgm:spPr/>
    </dgm:pt>
    <dgm:pt modelId="{11968861-D99C-443F-A04E-8E8DCA60B1A0}" type="pres">
      <dgm:prSet presAssocID="{DAC69E91-0613-4999-AFAA-732052BC759E}" presName="hierChild5" presStyleCnt="0"/>
      <dgm:spPr/>
    </dgm:pt>
    <dgm:pt modelId="{BEDF29B7-D0B3-4C49-A78A-BF4A3180527C}" type="pres">
      <dgm:prSet presAssocID="{384DBA0A-24FA-4D07-B557-64CBE543628E}" presName="hierChild5" presStyleCnt="0"/>
      <dgm:spPr/>
    </dgm:pt>
    <dgm:pt modelId="{CFB47309-B816-4314-8EAB-FF38977E96E2}" type="pres">
      <dgm:prSet presAssocID="{863A04C4-6207-46B3-8C8D-9F979BBF9A05}" presName="Name37" presStyleLbl="parChTrans1D2" presStyleIdx="2" presStyleCnt="4"/>
      <dgm:spPr/>
      <dgm:t>
        <a:bodyPr/>
        <a:lstStyle/>
        <a:p>
          <a:endParaRPr lang="en-US"/>
        </a:p>
      </dgm:t>
    </dgm:pt>
    <dgm:pt modelId="{8485C17F-F03D-4628-B122-3D8796D5D2C4}" type="pres">
      <dgm:prSet presAssocID="{F45B4A23-5160-48E2-B05D-79220BE8E6A0}" presName="hierRoot2" presStyleCnt="0">
        <dgm:presLayoutVars>
          <dgm:hierBranch val="init"/>
        </dgm:presLayoutVars>
      </dgm:prSet>
      <dgm:spPr/>
    </dgm:pt>
    <dgm:pt modelId="{4F7BDDDC-47D7-415C-96E4-943E6C84F9DA}" type="pres">
      <dgm:prSet presAssocID="{F45B4A23-5160-48E2-B05D-79220BE8E6A0}" presName="rootComposite" presStyleCnt="0"/>
      <dgm:spPr/>
    </dgm:pt>
    <dgm:pt modelId="{D9E07E61-3F72-4B59-9172-EB9CEF90BD8C}" type="pres">
      <dgm:prSet presAssocID="{F45B4A23-5160-48E2-B05D-79220BE8E6A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DFACBC-81BB-45B5-BE07-A52D262E1373}" type="pres">
      <dgm:prSet presAssocID="{F45B4A23-5160-48E2-B05D-79220BE8E6A0}" presName="rootConnector" presStyleLbl="node2" presStyleIdx="2" presStyleCnt="4"/>
      <dgm:spPr/>
      <dgm:t>
        <a:bodyPr/>
        <a:lstStyle/>
        <a:p>
          <a:endParaRPr lang="en-US"/>
        </a:p>
      </dgm:t>
    </dgm:pt>
    <dgm:pt modelId="{A989CD9A-F1B0-4601-8D90-9F8EC2CE2AEF}" type="pres">
      <dgm:prSet presAssocID="{F45B4A23-5160-48E2-B05D-79220BE8E6A0}" presName="hierChild4" presStyleCnt="0"/>
      <dgm:spPr/>
    </dgm:pt>
    <dgm:pt modelId="{A3DC562A-2AC6-4DD3-B82D-3CA0C539CFE8}" type="pres">
      <dgm:prSet presAssocID="{F45B4A23-5160-48E2-B05D-79220BE8E6A0}" presName="hierChild5" presStyleCnt="0"/>
      <dgm:spPr/>
    </dgm:pt>
    <dgm:pt modelId="{78D06581-4C56-44ED-A48B-3E074D7D4A12}" type="pres">
      <dgm:prSet presAssocID="{7E6D309A-79CB-4C43-AE34-1521813852D1}" presName="Name37" presStyleLbl="parChTrans1D2" presStyleIdx="3" presStyleCnt="4"/>
      <dgm:spPr/>
      <dgm:t>
        <a:bodyPr/>
        <a:lstStyle/>
        <a:p>
          <a:endParaRPr lang="en-US"/>
        </a:p>
      </dgm:t>
    </dgm:pt>
    <dgm:pt modelId="{F1512D98-582F-4A73-A6AB-C0B3420A999D}" type="pres">
      <dgm:prSet presAssocID="{8ECE73B4-EA93-47B3-8EC2-F7ED692E3675}" presName="hierRoot2" presStyleCnt="0">
        <dgm:presLayoutVars>
          <dgm:hierBranch val="init"/>
        </dgm:presLayoutVars>
      </dgm:prSet>
      <dgm:spPr/>
    </dgm:pt>
    <dgm:pt modelId="{349D34DD-564A-4285-A9B8-15A2A4FAD750}" type="pres">
      <dgm:prSet presAssocID="{8ECE73B4-EA93-47B3-8EC2-F7ED692E3675}" presName="rootComposite" presStyleCnt="0"/>
      <dgm:spPr/>
    </dgm:pt>
    <dgm:pt modelId="{C4110DA1-8F2D-4D47-8B4E-6A26CEFCE751}" type="pres">
      <dgm:prSet presAssocID="{8ECE73B4-EA93-47B3-8EC2-F7ED692E3675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7D91D9-A2CC-4778-B63C-383E827BF3BF}" type="pres">
      <dgm:prSet presAssocID="{8ECE73B4-EA93-47B3-8EC2-F7ED692E3675}" presName="rootConnector" presStyleLbl="node2" presStyleIdx="3" presStyleCnt="4"/>
      <dgm:spPr/>
      <dgm:t>
        <a:bodyPr/>
        <a:lstStyle/>
        <a:p>
          <a:endParaRPr lang="en-US"/>
        </a:p>
      </dgm:t>
    </dgm:pt>
    <dgm:pt modelId="{081D5200-7F93-48A8-8662-A001DB71F6A8}" type="pres">
      <dgm:prSet presAssocID="{8ECE73B4-EA93-47B3-8EC2-F7ED692E3675}" presName="hierChild4" presStyleCnt="0"/>
      <dgm:spPr/>
    </dgm:pt>
    <dgm:pt modelId="{12516E6B-5008-49CA-972E-0DA52E0350F5}" type="pres">
      <dgm:prSet presAssocID="{8ECE73B4-EA93-47B3-8EC2-F7ED692E3675}" presName="hierChild5" presStyleCnt="0"/>
      <dgm:spPr/>
    </dgm:pt>
    <dgm:pt modelId="{7DD424A3-341E-41CA-96D2-09BD5DC48D72}" type="pres">
      <dgm:prSet presAssocID="{30C07EF7-57ED-4250-B795-135C86E384D0}" presName="hierChild3" presStyleCnt="0"/>
      <dgm:spPr/>
    </dgm:pt>
  </dgm:ptLst>
  <dgm:cxnLst>
    <dgm:cxn modelId="{90503C76-4CF0-4843-B6E7-4035AF61E2D9}" type="presOf" srcId="{8ECE73B4-EA93-47B3-8EC2-F7ED692E3675}" destId="{C4110DA1-8F2D-4D47-8B4E-6A26CEFCE751}" srcOrd="0" destOrd="0" presId="urn:microsoft.com/office/officeart/2005/8/layout/orgChart1"/>
    <dgm:cxn modelId="{239F4F3E-4708-4D61-8EAA-D830BF1C305F}" type="presOf" srcId="{30C07EF7-57ED-4250-B795-135C86E384D0}" destId="{5E0D3B8B-77DF-40DC-8C6C-1E2B3F380D7E}" srcOrd="0" destOrd="0" presId="urn:microsoft.com/office/officeart/2005/8/layout/orgChart1"/>
    <dgm:cxn modelId="{5293D9F2-DD75-47E0-A523-69026D429AC3}" type="presOf" srcId="{F45B4A23-5160-48E2-B05D-79220BE8E6A0}" destId="{D9E07E61-3F72-4B59-9172-EB9CEF90BD8C}" srcOrd="0" destOrd="0" presId="urn:microsoft.com/office/officeart/2005/8/layout/orgChart1"/>
    <dgm:cxn modelId="{F8C9919B-7514-4B4D-BEA6-11FF8E06126A}" type="presOf" srcId="{384DBA0A-24FA-4D07-B557-64CBE543628E}" destId="{667CB6C0-6565-4AD5-813A-D534ABD39159}" srcOrd="0" destOrd="0" presId="urn:microsoft.com/office/officeart/2005/8/layout/orgChart1"/>
    <dgm:cxn modelId="{C6CAE360-80A7-478F-8CBE-5BCC23BEE462}" type="presOf" srcId="{9B08A61B-E7B5-4D2D-A732-B355E7DE964A}" destId="{14F81CE7-5EAF-4222-85C2-CA9FB863D9C4}" srcOrd="0" destOrd="0" presId="urn:microsoft.com/office/officeart/2005/8/layout/orgChart1"/>
    <dgm:cxn modelId="{590669B8-E55B-4945-B0D6-AE57715FEAFE}" srcId="{4D0F05B2-C4F6-4365-9E92-D51D88C83A29}" destId="{30C07EF7-57ED-4250-B795-135C86E384D0}" srcOrd="0" destOrd="0" parTransId="{D9245E26-0F28-43D1-89F0-E634D50679D1}" sibTransId="{119B9FE2-62A6-4415-BE08-1EB0B9C506FC}"/>
    <dgm:cxn modelId="{0A9232B4-3402-473E-9A32-D7B122CA126D}" type="presOf" srcId="{FFAA1270-6D67-4A73-80EA-92F4965075CC}" destId="{3A4A2AE2-B978-4179-B315-3F92C8CDEE58}" srcOrd="1" destOrd="0" presId="urn:microsoft.com/office/officeart/2005/8/layout/orgChart1"/>
    <dgm:cxn modelId="{51F96D22-08D9-4810-89E8-BECE7E54DC63}" type="presOf" srcId="{ADBFCB45-89E9-4965-B599-F7F718E283B7}" destId="{9316EB06-2157-456B-957F-C49D7C28B376}" srcOrd="0" destOrd="0" presId="urn:microsoft.com/office/officeart/2005/8/layout/orgChart1"/>
    <dgm:cxn modelId="{EF030B12-F3F7-4D02-8F0E-B8281B87B24B}" type="presOf" srcId="{DAC69E91-0613-4999-AFAA-732052BC759E}" destId="{42FEB5B0-1D76-4367-B7F1-C15F56ED28E4}" srcOrd="1" destOrd="0" presId="urn:microsoft.com/office/officeart/2005/8/layout/orgChart1"/>
    <dgm:cxn modelId="{51F5DA36-30E9-49F7-8B78-F4B54A24D70B}" type="presOf" srcId="{7E6D309A-79CB-4C43-AE34-1521813852D1}" destId="{78D06581-4C56-44ED-A48B-3E074D7D4A12}" srcOrd="0" destOrd="0" presId="urn:microsoft.com/office/officeart/2005/8/layout/orgChart1"/>
    <dgm:cxn modelId="{2C0ADB60-B185-4DB5-A087-22B3EB26571C}" type="presOf" srcId="{8ECE73B4-EA93-47B3-8EC2-F7ED692E3675}" destId="{F87D91D9-A2CC-4778-B63C-383E827BF3BF}" srcOrd="1" destOrd="0" presId="urn:microsoft.com/office/officeart/2005/8/layout/orgChart1"/>
    <dgm:cxn modelId="{F59C5B6C-C070-4CCA-856D-0DB582C8C53B}" srcId="{384DBA0A-24FA-4D07-B557-64CBE543628E}" destId="{DAC69E91-0613-4999-AFAA-732052BC759E}" srcOrd="0" destOrd="0" parTransId="{ADBFCB45-89E9-4965-B599-F7F718E283B7}" sibTransId="{B8BD8FAD-0500-4230-8EF8-0B6966A9CC32}"/>
    <dgm:cxn modelId="{40985014-D36D-4327-934A-2F3D342C54B8}" type="presOf" srcId="{4D0F05B2-C4F6-4365-9E92-D51D88C83A29}" destId="{60F7423D-974F-413D-BDAD-007ECC5E4356}" srcOrd="0" destOrd="0" presId="urn:microsoft.com/office/officeart/2005/8/layout/orgChart1"/>
    <dgm:cxn modelId="{7A1DF8A7-7B1D-4230-8CB6-43ADE5C9773B}" type="presOf" srcId="{30C07EF7-57ED-4250-B795-135C86E384D0}" destId="{72F6AD65-7EC3-4C92-9F1C-66047313E97F}" srcOrd="1" destOrd="0" presId="urn:microsoft.com/office/officeart/2005/8/layout/orgChart1"/>
    <dgm:cxn modelId="{2F1B431B-0DFD-431F-9B4B-094774F1D94B}" type="presOf" srcId="{384DBA0A-24FA-4D07-B557-64CBE543628E}" destId="{84304C50-FF9F-4566-8333-F1C14DBD4558}" srcOrd="1" destOrd="0" presId="urn:microsoft.com/office/officeart/2005/8/layout/orgChart1"/>
    <dgm:cxn modelId="{BFF1FBAD-919B-4491-9CB4-7B86C64E16BF}" type="presOf" srcId="{FFAA1270-6D67-4A73-80EA-92F4965075CC}" destId="{72B91CF1-7161-4B21-8EF7-A55AFE7AB578}" srcOrd="0" destOrd="0" presId="urn:microsoft.com/office/officeart/2005/8/layout/orgChart1"/>
    <dgm:cxn modelId="{E93350C6-00C3-4844-A287-340EC12B88DD}" srcId="{30C07EF7-57ED-4250-B795-135C86E384D0}" destId="{FFAA1270-6D67-4A73-80EA-92F4965075CC}" srcOrd="0" destOrd="0" parTransId="{9B08A61B-E7B5-4D2D-A732-B355E7DE964A}" sibTransId="{4E9C4A2F-3C46-4116-B02E-27F1C03C765E}"/>
    <dgm:cxn modelId="{EEB42AEC-5AB5-4CC5-B6A3-AFBA176707B9}" type="presOf" srcId="{F45B4A23-5160-48E2-B05D-79220BE8E6A0}" destId="{FEDFACBC-81BB-45B5-BE07-A52D262E1373}" srcOrd="1" destOrd="0" presId="urn:microsoft.com/office/officeart/2005/8/layout/orgChart1"/>
    <dgm:cxn modelId="{317B2BB5-F667-42DA-947C-C5F24EADAC46}" srcId="{30C07EF7-57ED-4250-B795-135C86E384D0}" destId="{F45B4A23-5160-48E2-B05D-79220BE8E6A0}" srcOrd="2" destOrd="0" parTransId="{863A04C4-6207-46B3-8C8D-9F979BBF9A05}" sibTransId="{8D205E78-91B3-40A0-BDCE-2B3A30BC0A57}"/>
    <dgm:cxn modelId="{04A6DFF8-7EAC-40E2-934A-E978AD649446}" srcId="{30C07EF7-57ED-4250-B795-135C86E384D0}" destId="{384DBA0A-24FA-4D07-B557-64CBE543628E}" srcOrd="1" destOrd="0" parTransId="{B47D5D51-144F-4939-822D-184D719FC4D8}" sibTransId="{BD008AE8-A2C7-45E7-8B80-44420F871EDA}"/>
    <dgm:cxn modelId="{8DB95F17-75DE-43E5-846D-72EA365DE228}" type="presOf" srcId="{863A04C4-6207-46B3-8C8D-9F979BBF9A05}" destId="{CFB47309-B816-4314-8EAB-FF38977E96E2}" srcOrd="0" destOrd="0" presId="urn:microsoft.com/office/officeart/2005/8/layout/orgChart1"/>
    <dgm:cxn modelId="{DEE377CD-D628-46BA-9288-6B0A1AAE6614}" type="presOf" srcId="{B47D5D51-144F-4939-822D-184D719FC4D8}" destId="{C65F9734-5876-436E-A803-EBD12390F0C8}" srcOrd="0" destOrd="0" presId="urn:microsoft.com/office/officeart/2005/8/layout/orgChart1"/>
    <dgm:cxn modelId="{64C7D91D-A2E4-40E2-A05E-EEDA79978A44}" srcId="{30C07EF7-57ED-4250-B795-135C86E384D0}" destId="{8ECE73B4-EA93-47B3-8EC2-F7ED692E3675}" srcOrd="3" destOrd="0" parTransId="{7E6D309A-79CB-4C43-AE34-1521813852D1}" sibTransId="{EB2E925D-C33C-4151-A5DA-90C837B41953}"/>
    <dgm:cxn modelId="{FEA1CC94-DC0A-41E8-AE89-728569E0E23C}" type="presOf" srcId="{DAC69E91-0613-4999-AFAA-732052BC759E}" destId="{B217E01A-AEA5-4335-9F18-1A7C6761C7D6}" srcOrd="0" destOrd="0" presId="urn:microsoft.com/office/officeart/2005/8/layout/orgChart1"/>
    <dgm:cxn modelId="{1E4DD58F-6A79-4FEA-B9AC-6553A037F4B7}" type="presParOf" srcId="{60F7423D-974F-413D-BDAD-007ECC5E4356}" destId="{25F5FF24-50F0-45A1-8114-9BCF3B439E64}" srcOrd="0" destOrd="0" presId="urn:microsoft.com/office/officeart/2005/8/layout/orgChart1"/>
    <dgm:cxn modelId="{488E6F0F-85BF-43DB-B7C6-98D04F029366}" type="presParOf" srcId="{25F5FF24-50F0-45A1-8114-9BCF3B439E64}" destId="{2A31A118-8A23-4C7F-92B0-6FBA05C63FFF}" srcOrd="0" destOrd="0" presId="urn:microsoft.com/office/officeart/2005/8/layout/orgChart1"/>
    <dgm:cxn modelId="{583DC2C1-A579-4197-879F-10C1F687041B}" type="presParOf" srcId="{2A31A118-8A23-4C7F-92B0-6FBA05C63FFF}" destId="{5E0D3B8B-77DF-40DC-8C6C-1E2B3F380D7E}" srcOrd="0" destOrd="0" presId="urn:microsoft.com/office/officeart/2005/8/layout/orgChart1"/>
    <dgm:cxn modelId="{D4CC1B35-46AC-4D6C-800D-87BC9177A81A}" type="presParOf" srcId="{2A31A118-8A23-4C7F-92B0-6FBA05C63FFF}" destId="{72F6AD65-7EC3-4C92-9F1C-66047313E97F}" srcOrd="1" destOrd="0" presId="urn:microsoft.com/office/officeart/2005/8/layout/orgChart1"/>
    <dgm:cxn modelId="{DDCBF045-D037-496F-B2AD-E92FC5C2F6B7}" type="presParOf" srcId="{25F5FF24-50F0-45A1-8114-9BCF3B439E64}" destId="{D2B17DB4-F450-49F1-BA87-FC0828A920F4}" srcOrd="1" destOrd="0" presId="urn:microsoft.com/office/officeart/2005/8/layout/orgChart1"/>
    <dgm:cxn modelId="{0801167F-C70E-439D-AB4D-25D01CDD772B}" type="presParOf" srcId="{D2B17DB4-F450-49F1-BA87-FC0828A920F4}" destId="{14F81CE7-5EAF-4222-85C2-CA9FB863D9C4}" srcOrd="0" destOrd="0" presId="urn:microsoft.com/office/officeart/2005/8/layout/orgChart1"/>
    <dgm:cxn modelId="{41FF14DC-EEFA-4FD6-8E0E-125857152DD0}" type="presParOf" srcId="{D2B17DB4-F450-49F1-BA87-FC0828A920F4}" destId="{16EC7DBA-0427-4F7D-BD52-A226629769E2}" srcOrd="1" destOrd="0" presId="urn:microsoft.com/office/officeart/2005/8/layout/orgChart1"/>
    <dgm:cxn modelId="{1875ADBB-9148-479F-BC35-E2BB4CA2C418}" type="presParOf" srcId="{16EC7DBA-0427-4F7D-BD52-A226629769E2}" destId="{BB014FCE-F9D1-4455-8292-DB660E678942}" srcOrd="0" destOrd="0" presId="urn:microsoft.com/office/officeart/2005/8/layout/orgChart1"/>
    <dgm:cxn modelId="{F31BB359-8FF6-4702-BD4E-99EC264B1AB7}" type="presParOf" srcId="{BB014FCE-F9D1-4455-8292-DB660E678942}" destId="{72B91CF1-7161-4B21-8EF7-A55AFE7AB578}" srcOrd="0" destOrd="0" presId="urn:microsoft.com/office/officeart/2005/8/layout/orgChart1"/>
    <dgm:cxn modelId="{31CB2E61-8526-4192-9081-A62A5BA52A2F}" type="presParOf" srcId="{BB014FCE-F9D1-4455-8292-DB660E678942}" destId="{3A4A2AE2-B978-4179-B315-3F92C8CDEE58}" srcOrd="1" destOrd="0" presId="urn:microsoft.com/office/officeart/2005/8/layout/orgChart1"/>
    <dgm:cxn modelId="{6092DE9D-EF5B-44A2-98A7-64B4AFDA11EB}" type="presParOf" srcId="{16EC7DBA-0427-4F7D-BD52-A226629769E2}" destId="{55A8AC32-985C-48E0-B618-A887D86275B1}" srcOrd="1" destOrd="0" presId="urn:microsoft.com/office/officeart/2005/8/layout/orgChart1"/>
    <dgm:cxn modelId="{BD6FF462-938A-449E-9D04-2671FAC4067C}" type="presParOf" srcId="{16EC7DBA-0427-4F7D-BD52-A226629769E2}" destId="{E4CEC0EF-DF2D-4FDA-B4D1-1588F8D7640A}" srcOrd="2" destOrd="0" presId="urn:microsoft.com/office/officeart/2005/8/layout/orgChart1"/>
    <dgm:cxn modelId="{ABED9E97-FEE5-44A8-AF3B-60C67A2CAB8B}" type="presParOf" srcId="{D2B17DB4-F450-49F1-BA87-FC0828A920F4}" destId="{C65F9734-5876-436E-A803-EBD12390F0C8}" srcOrd="2" destOrd="0" presId="urn:microsoft.com/office/officeart/2005/8/layout/orgChart1"/>
    <dgm:cxn modelId="{E57183C4-9769-45EA-81EE-5E41760342CA}" type="presParOf" srcId="{D2B17DB4-F450-49F1-BA87-FC0828A920F4}" destId="{4EA65949-326C-4DC1-A810-D27B8EC70B07}" srcOrd="3" destOrd="0" presId="urn:microsoft.com/office/officeart/2005/8/layout/orgChart1"/>
    <dgm:cxn modelId="{BA6FC55C-A8D1-4E70-B38C-E37903B1C756}" type="presParOf" srcId="{4EA65949-326C-4DC1-A810-D27B8EC70B07}" destId="{5EDC20A4-46F2-449E-8034-8C6F19793642}" srcOrd="0" destOrd="0" presId="urn:microsoft.com/office/officeart/2005/8/layout/orgChart1"/>
    <dgm:cxn modelId="{4CFE14A5-D96D-49AF-B4D9-710C669AA8D0}" type="presParOf" srcId="{5EDC20A4-46F2-449E-8034-8C6F19793642}" destId="{667CB6C0-6565-4AD5-813A-D534ABD39159}" srcOrd="0" destOrd="0" presId="urn:microsoft.com/office/officeart/2005/8/layout/orgChart1"/>
    <dgm:cxn modelId="{55560ABB-12E5-4E10-9308-7AFB638BA118}" type="presParOf" srcId="{5EDC20A4-46F2-449E-8034-8C6F19793642}" destId="{84304C50-FF9F-4566-8333-F1C14DBD4558}" srcOrd="1" destOrd="0" presId="urn:microsoft.com/office/officeart/2005/8/layout/orgChart1"/>
    <dgm:cxn modelId="{560864F6-584B-4554-BF2C-506518B85CEA}" type="presParOf" srcId="{4EA65949-326C-4DC1-A810-D27B8EC70B07}" destId="{DE145A04-D953-44E9-AB89-99A7929EB078}" srcOrd="1" destOrd="0" presId="urn:microsoft.com/office/officeart/2005/8/layout/orgChart1"/>
    <dgm:cxn modelId="{0218EBEA-6715-4B7B-834E-9738FC889BA5}" type="presParOf" srcId="{DE145A04-D953-44E9-AB89-99A7929EB078}" destId="{9316EB06-2157-456B-957F-C49D7C28B376}" srcOrd="0" destOrd="0" presId="urn:microsoft.com/office/officeart/2005/8/layout/orgChart1"/>
    <dgm:cxn modelId="{64D1EB95-00AF-4E6F-9C0B-633D90273BF5}" type="presParOf" srcId="{DE145A04-D953-44E9-AB89-99A7929EB078}" destId="{9A0ED9B3-6D75-40AE-81DF-9041F6E2DCBC}" srcOrd="1" destOrd="0" presId="urn:microsoft.com/office/officeart/2005/8/layout/orgChart1"/>
    <dgm:cxn modelId="{F40F2739-1F67-4A25-B0A5-A7B057747C57}" type="presParOf" srcId="{9A0ED9B3-6D75-40AE-81DF-9041F6E2DCBC}" destId="{C95C3E24-B1C9-4683-811A-ED174125B8A6}" srcOrd="0" destOrd="0" presId="urn:microsoft.com/office/officeart/2005/8/layout/orgChart1"/>
    <dgm:cxn modelId="{7CDDB342-DBEA-40C2-A61F-884E1880F8FB}" type="presParOf" srcId="{C95C3E24-B1C9-4683-811A-ED174125B8A6}" destId="{B217E01A-AEA5-4335-9F18-1A7C6761C7D6}" srcOrd="0" destOrd="0" presId="urn:microsoft.com/office/officeart/2005/8/layout/orgChart1"/>
    <dgm:cxn modelId="{D07ACB4E-36E7-4D05-8BC5-DD06F264478C}" type="presParOf" srcId="{C95C3E24-B1C9-4683-811A-ED174125B8A6}" destId="{42FEB5B0-1D76-4367-B7F1-C15F56ED28E4}" srcOrd="1" destOrd="0" presId="urn:microsoft.com/office/officeart/2005/8/layout/orgChart1"/>
    <dgm:cxn modelId="{DF29A46C-E2D1-46B9-A67E-B438E6FD32D3}" type="presParOf" srcId="{9A0ED9B3-6D75-40AE-81DF-9041F6E2DCBC}" destId="{753D1BD4-6594-4B3C-8F7C-985198B58796}" srcOrd="1" destOrd="0" presId="urn:microsoft.com/office/officeart/2005/8/layout/orgChart1"/>
    <dgm:cxn modelId="{4DAA6B34-49EF-46AA-81FA-E00F53ED5643}" type="presParOf" srcId="{9A0ED9B3-6D75-40AE-81DF-9041F6E2DCBC}" destId="{11968861-D99C-443F-A04E-8E8DCA60B1A0}" srcOrd="2" destOrd="0" presId="urn:microsoft.com/office/officeart/2005/8/layout/orgChart1"/>
    <dgm:cxn modelId="{A6FBE388-232F-40AF-9B5C-3E2DDE17DFFB}" type="presParOf" srcId="{4EA65949-326C-4DC1-A810-D27B8EC70B07}" destId="{BEDF29B7-D0B3-4C49-A78A-BF4A3180527C}" srcOrd="2" destOrd="0" presId="urn:microsoft.com/office/officeart/2005/8/layout/orgChart1"/>
    <dgm:cxn modelId="{E6C68A9D-B2C7-4F63-9665-BF86F7212C48}" type="presParOf" srcId="{D2B17DB4-F450-49F1-BA87-FC0828A920F4}" destId="{CFB47309-B816-4314-8EAB-FF38977E96E2}" srcOrd="4" destOrd="0" presId="urn:microsoft.com/office/officeart/2005/8/layout/orgChart1"/>
    <dgm:cxn modelId="{797EEABF-4574-429E-8F37-580B65DC03C0}" type="presParOf" srcId="{D2B17DB4-F450-49F1-BA87-FC0828A920F4}" destId="{8485C17F-F03D-4628-B122-3D8796D5D2C4}" srcOrd="5" destOrd="0" presId="urn:microsoft.com/office/officeart/2005/8/layout/orgChart1"/>
    <dgm:cxn modelId="{069C9A32-A65B-4644-B0AC-951A42441212}" type="presParOf" srcId="{8485C17F-F03D-4628-B122-3D8796D5D2C4}" destId="{4F7BDDDC-47D7-415C-96E4-943E6C84F9DA}" srcOrd="0" destOrd="0" presId="urn:microsoft.com/office/officeart/2005/8/layout/orgChart1"/>
    <dgm:cxn modelId="{C290C401-A979-4C0B-A351-A32A1FEB4809}" type="presParOf" srcId="{4F7BDDDC-47D7-415C-96E4-943E6C84F9DA}" destId="{D9E07E61-3F72-4B59-9172-EB9CEF90BD8C}" srcOrd="0" destOrd="0" presId="urn:microsoft.com/office/officeart/2005/8/layout/orgChart1"/>
    <dgm:cxn modelId="{0F0D7E10-C577-479E-9D63-F503FF122CC4}" type="presParOf" srcId="{4F7BDDDC-47D7-415C-96E4-943E6C84F9DA}" destId="{FEDFACBC-81BB-45B5-BE07-A52D262E1373}" srcOrd="1" destOrd="0" presId="urn:microsoft.com/office/officeart/2005/8/layout/orgChart1"/>
    <dgm:cxn modelId="{0DE814FC-ADB9-4A6A-9C68-0901998B1790}" type="presParOf" srcId="{8485C17F-F03D-4628-B122-3D8796D5D2C4}" destId="{A989CD9A-F1B0-4601-8D90-9F8EC2CE2AEF}" srcOrd="1" destOrd="0" presId="urn:microsoft.com/office/officeart/2005/8/layout/orgChart1"/>
    <dgm:cxn modelId="{35FFAA6F-213E-4BE3-A8BF-2787FD6D2AFB}" type="presParOf" srcId="{8485C17F-F03D-4628-B122-3D8796D5D2C4}" destId="{A3DC562A-2AC6-4DD3-B82D-3CA0C539CFE8}" srcOrd="2" destOrd="0" presId="urn:microsoft.com/office/officeart/2005/8/layout/orgChart1"/>
    <dgm:cxn modelId="{4D96EA97-ABF8-4F27-AC2B-E66BCD98ED36}" type="presParOf" srcId="{D2B17DB4-F450-49F1-BA87-FC0828A920F4}" destId="{78D06581-4C56-44ED-A48B-3E074D7D4A12}" srcOrd="6" destOrd="0" presId="urn:microsoft.com/office/officeart/2005/8/layout/orgChart1"/>
    <dgm:cxn modelId="{1447A589-F3ED-4297-A76D-463F83B96822}" type="presParOf" srcId="{D2B17DB4-F450-49F1-BA87-FC0828A920F4}" destId="{F1512D98-582F-4A73-A6AB-C0B3420A999D}" srcOrd="7" destOrd="0" presId="urn:microsoft.com/office/officeart/2005/8/layout/orgChart1"/>
    <dgm:cxn modelId="{08644517-DC77-4439-A4CE-9EDBF505ACD4}" type="presParOf" srcId="{F1512D98-582F-4A73-A6AB-C0B3420A999D}" destId="{349D34DD-564A-4285-A9B8-15A2A4FAD750}" srcOrd="0" destOrd="0" presId="urn:microsoft.com/office/officeart/2005/8/layout/orgChart1"/>
    <dgm:cxn modelId="{12F52A07-1203-4E0B-8603-721DE9F8CFE0}" type="presParOf" srcId="{349D34DD-564A-4285-A9B8-15A2A4FAD750}" destId="{C4110DA1-8F2D-4D47-8B4E-6A26CEFCE751}" srcOrd="0" destOrd="0" presId="urn:microsoft.com/office/officeart/2005/8/layout/orgChart1"/>
    <dgm:cxn modelId="{13B8C46F-B1AA-4F26-8024-AA5D7CBED3DE}" type="presParOf" srcId="{349D34DD-564A-4285-A9B8-15A2A4FAD750}" destId="{F87D91D9-A2CC-4778-B63C-383E827BF3BF}" srcOrd="1" destOrd="0" presId="urn:microsoft.com/office/officeart/2005/8/layout/orgChart1"/>
    <dgm:cxn modelId="{8CBF2075-FB27-4F7C-AE38-D7377141F038}" type="presParOf" srcId="{F1512D98-582F-4A73-A6AB-C0B3420A999D}" destId="{081D5200-7F93-48A8-8662-A001DB71F6A8}" srcOrd="1" destOrd="0" presId="urn:microsoft.com/office/officeart/2005/8/layout/orgChart1"/>
    <dgm:cxn modelId="{FD1983BC-09E8-4AB4-8A93-B251D381F80F}" type="presParOf" srcId="{F1512D98-582F-4A73-A6AB-C0B3420A999D}" destId="{12516E6B-5008-49CA-972E-0DA52E0350F5}" srcOrd="2" destOrd="0" presId="urn:microsoft.com/office/officeart/2005/8/layout/orgChart1"/>
    <dgm:cxn modelId="{EEC197CA-9156-4C1A-A3A5-4FEE733E5970}" type="presParOf" srcId="{25F5FF24-50F0-45A1-8114-9BCF3B439E64}" destId="{7DD424A3-341E-41CA-96D2-09BD5DC48D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0F05B2-C4F6-4365-9E92-D51D88C83A29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C07EF7-57ED-4250-B795-135C86E384D0}">
      <dgm:prSet phldrT="[Text]"/>
      <dgm:spPr/>
      <dgm:t>
        <a:bodyPr/>
        <a:lstStyle/>
        <a:p>
          <a:r>
            <a:rPr lang="en-US" dirty="0" smtClean="0"/>
            <a:t>Draw 3 Figures</a:t>
          </a:r>
          <a:endParaRPr lang="en-US" dirty="0"/>
        </a:p>
      </dgm:t>
    </dgm:pt>
    <dgm:pt modelId="{D9245E26-0F28-43D1-89F0-E634D50679D1}" type="parTrans" cxnId="{590669B8-E55B-4945-B0D6-AE57715FEAFE}">
      <dgm:prSet/>
      <dgm:spPr/>
      <dgm:t>
        <a:bodyPr/>
        <a:lstStyle/>
        <a:p>
          <a:endParaRPr lang="en-US"/>
        </a:p>
      </dgm:t>
    </dgm:pt>
    <dgm:pt modelId="{119B9FE2-62A6-4415-BE08-1EB0B9C506FC}" type="sibTrans" cxnId="{590669B8-E55B-4945-B0D6-AE57715FEAFE}">
      <dgm:prSet/>
      <dgm:spPr/>
      <dgm:t>
        <a:bodyPr/>
        <a:lstStyle/>
        <a:p>
          <a:endParaRPr lang="en-US"/>
        </a:p>
      </dgm:t>
    </dgm:pt>
    <dgm:pt modelId="{FFAA1270-6D67-4A73-80EA-92F4965075CC}">
      <dgm:prSet phldrT="[Text]"/>
      <dgm:spPr/>
      <dgm:t>
        <a:bodyPr/>
        <a:lstStyle/>
        <a:p>
          <a:r>
            <a:rPr lang="en-US" dirty="0" smtClean="0"/>
            <a:t>Draw Rocket Ship</a:t>
          </a:r>
          <a:endParaRPr lang="en-US" dirty="0"/>
        </a:p>
      </dgm:t>
    </dgm:pt>
    <dgm:pt modelId="{9B08A61B-E7B5-4D2D-A732-B355E7DE964A}" type="parTrans" cxnId="{E93350C6-00C3-4844-A287-340EC12B88DD}">
      <dgm:prSet/>
      <dgm:spPr/>
      <dgm:t>
        <a:bodyPr/>
        <a:lstStyle/>
        <a:p>
          <a:endParaRPr lang="en-US"/>
        </a:p>
      </dgm:t>
    </dgm:pt>
    <dgm:pt modelId="{4E9C4A2F-3C46-4116-B02E-27F1C03C765E}" type="sibTrans" cxnId="{E93350C6-00C3-4844-A287-340EC12B88DD}">
      <dgm:prSet/>
      <dgm:spPr/>
      <dgm:t>
        <a:bodyPr/>
        <a:lstStyle/>
        <a:p>
          <a:endParaRPr lang="en-US"/>
        </a:p>
      </dgm:t>
    </dgm:pt>
    <dgm:pt modelId="{384DBA0A-24FA-4D07-B557-64CBE543628E}">
      <dgm:prSet phldrT="[Text]"/>
      <dgm:spPr/>
      <dgm:t>
        <a:bodyPr/>
        <a:lstStyle/>
        <a:p>
          <a:r>
            <a:rPr lang="en-US" dirty="0" smtClean="0"/>
            <a:t>Draw Male Stick Figure</a:t>
          </a:r>
          <a:endParaRPr lang="en-US" dirty="0"/>
        </a:p>
      </dgm:t>
    </dgm:pt>
    <dgm:pt modelId="{B47D5D51-144F-4939-822D-184D719FC4D8}" type="parTrans" cxnId="{04A6DFF8-7EAC-40E2-934A-E978AD649446}">
      <dgm:prSet/>
      <dgm:spPr/>
      <dgm:t>
        <a:bodyPr/>
        <a:lstStyle/>
        <a:p>
          <a:endParaRPr lang="en-US"/>
        </a:p>
      </dgm:t>
    </dgm:pt>
    <dgm:pt modelId="{BD008AE8-A2C7-45E7-8B80-44420F871EDA}" type="sibTrans" cxnId="{04A6DFF8-7EAC-40E2-934A-E978AD649446}">
      <dgm:prSet/>
      <dgm:spPr/>
      <dgm:t>
        <a:bodyPr/>
        <a:lstStyle/>
        <a:p>
          <a:endParaRPr lang="en-US"/>
        </a:p>
      </dgm:t>
    </dgm:pt>
    <dgm:pt modelId="{8ECE73B4-EA93-47B3-8EC2-F7ED692E3675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Circle</a:t>
          </a:r>
          <a:endParaRPr lang="en-US" dirty="0"/>
        </a:p>
      </dgm:t>
    </dgm:pt>
    <dgm:pt modelId="{7E6D309A-79CB-4C43-AE34-1521813852D1}" type="parTrans" cxnId="{64C7D91D-A2E4-40E2-A05E-EEDA79978A44}">
      <dgm:prSet/>
      <dgm:spPr/>
      <dgm:t>
        <a:bodyPr/>
        <a:lstStyle/>
        <a:p>
          <a:endParaRPr lang="en-US"/>
        </a:p>
      </dgm:t>
    </dgm:pt>
    <dgm:pt modelId="{EB2E925D-C33C-4151-A5DA-90C837B41953}" type="sibTrans" cxnId="{64C7D91D-A2E4-40E2-A05E-EEDA79978A44}">
      <dgm:prSet/>
      <dgm:spPr/>
      <dgm:t>
        <a:bodyPr/>
        <a:lstStyle/>
        <a:p>
          <a:endParaRPr lang="en-US"/>
        </a:p>
      </dgm:t>
    </dgm:pt>
    <dgm:pt modelId="{F45B4A23-5160-48E2-B05D-79220BE8E6A0}">
      <dgm:prSet phldrT="[Text]"/>
      <dgm:spPr/>
      <dgm:t>
        <a:bodyPr/>
        <a:lstStyle/>
        <a:p>
          <a:r>
            <a:rPr lang="en-US" dirty="0" smtClean="0"/>
            <a:t>Draw Female Stick Figure</a:t>
          </a:r>
          <a:endParaRPr lang="en-US" dirty="0">
            <a:solidFill>
              <a:srgbClr val="FF0000"/>
            </a:solidFill>
          </a:endParaRPr>
        </a:p>
      </dgm:t>
    </dgm:pt>
    <dgm:pt modelId="{863A04C4-6207-46B3-8C8D-9F979BBF9A05}" type="parTrans" cxnId="{317B2BB5-F667-42DA-947C-C5F24EADAC46}">
      <dgm:prSet/>
      <dgm:spPr/>
      <dgm:t>
        <a:bodyPr/>
        <a:lstStyle/>
        <a:p>
          <a:endParaRPr lang="en-US"/>
        </a:p>
      </dgm:t>
    </dgm:pt>
    <dgm:pt modelId="{8D205E78-91B3-40A0-BDCE-2B3A30BC0A57}" type="sibTrans" cxnId="{317B2BB5-F667-42DA-947C-C5F24EADAC46}">
      <dgm:prSet/>
      <dgm:spPr/>
      <dgm:t>
        <a:bodyPr/>
        <a:lstStyle/>
        <a:p>
          <a:endParaRPr lang="en-US"/>
        </a:p>
      </dgm:t>
    </dgm:pt>
    <dgm:pt modelId="{DAC69E91-0613-4999-AFAA-732052BC759E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Circle</a:t>
          </a:r>
          <a:endParaRPr lang="en-US" dirty="0"/>
        </a:p>
      </dgm:t>
    </dgm:pt>
    <dgm:pt modelId="{ADBFCB45-89E9-4965-B599-F7F718E283B7}" type="parTrans" cxnId="{F59C5B6C-C070-4CCA-856D-0DB582C8C53B}">
      <dgm:prSet/>
      <dgm:spPr/>
      <dgm:t>
        <a:bodyPr/>
        <a:lstStyle/>
        <a:p>
          <a:endParaRPr lang="en-US"/>
        </a:p>
      </dgm:t>
    </dgm:pt>
    <dgm:pt modelId="{B8BD8FAD-0500-4230-8EF8-0B6966A9CC32}" type="sibTrans" cxnId="{F59C5B6C-C070-4CCA-856D-0DB582C8C53B}">
      <dgm:prSet/>
      <dgm:spPr/>
      <dgm:t>
        <a:bodyPr/>
        <a:lstStyle/>
        <a:p>
          <a:endParaRPr lang="en-US"/>
        </a:p>
      </dgm:t>
    </dgm:pt>
    <dgm:pt modelId="{CBB8BAFF-EF79-477C-BA7F-EEB88F01DDD2}">
      <dgm:prSet phldrT="[Text]"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Triangle</a:t>
          </a:r>
          <a:endParaRPr lang="en-US" dirty="0"/>
        </a:p>
      </dgm:t>
    </dgm:pt>
    <dgm:pt modelId="{E354F5F9-1D9C-4B6A-9E4B-3AE3CAD52B6D}" type="parTrans" cxnId="{AF768AE2-3F0A-4715-821D-AC0329047696}">
      <dgm:prSet/>
      <dgm:spPr/>
      <dgm:t>
        <a:bodyPr/>
        <a:lstStyle/>
        <a:p>
          <a:endParaRPr lang="en-US"/>
        </a:p>
      </dgm:t>
    </dgm:pt>
    <dgm:pt modelId="{4B25E10B-64B4-40C7-835D-D00015238ED1}" type="sibTrans" cxnId="{AF768AE2-3F0A-4715-821D-AC0329047696}">
      <dgm:prSet/>
      <dgm:spPr/>
      <dgm:t>
        <a:bodyPr/>
        <a:lstStyle/>
        <a:p>
          <a:endParaRPr lang="en-US"/>
        </a:p>
      </dgm:t>
    </dgm:pt>
    <dgm:pt modelId="{A9686E81-75EC-47A4-9CFE-1E7874AB3096}">
      <dgm:prSet phldrT="[Text]"/>
      <dgm:sp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Rectangle</a:t>
          </a:r>
          <a:endParaRPr lang="en-US" dirty="0"/>
        </a:p>
      </dgm:t>
    </dgm:pt>
    <dgm:pt modelId="{9BA6F90E-4418-4FCF-B129-9AEFAEC24005}" type="parTrans" cxnId="{C174D67D-4A38-4A5C-A242-F08AFA992923}">
      <dgm:prSet/>
      <dgm:spPr/>
      <dgm:t>
        <a:bodyPr/>
        <a:lstStyle/>
        <a:p>
          <a:endParaRPr lang="en-US"/>
        </a:p>
      </dgm:t>
    </dgm:pt>
    <dgm:pt modelId="{B53C528D-12F7-4EEC-98FC-570A7E2E8352}" type="sibTrans" cxnId="{C174D67D-4A38-4A5C-A242-F08AFA992923}">
      <dgm:prSet/>
      <dgm:spPr/>
      <dgm:t>
        <a:bodyPr/>
        <a:lstStyle/>
        <a:p>
          <a:endParaRPr lang="en-US"/>
        </a:p>
      </dgm:t>
    </dgm:pt>
    <dgm:pt modelId="{0C8EB31E-070F-4D80-881E-D7F27492A773}">
      <dgm:prSet phldrT="[Text]"/>
      <dgm:spPr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Inverted V</a:t>
          </a:r>
          <a:endParaRPr lang="en-US" dirty="0"/>
        </a:p>
      </dgm:t>
    </dgm:pt>
    <dgm:pt modelId="{1A3EEF98-5B03-4B7F-946C-CA12D28266E5}" type="parTrans" cxnId="{C3CF7BAD-DE9F-4598-AD25-74C5C93CD798}">
      <dgm:prSet/>
      <dgm:spPr/>
      <dgm:t>
        <a:bodyPr/>
        <a:lstStyle/>
        <a:p>
          <a:endParaRPr lang="en-US"/>
        </a:p>
      </dgm:t>
    </dgm:pt>
    <dgm:pt modelId="{EFB4F86F-F32E-4949-A8B6-E109F5922542}" type="sibTrans" cxnId="{C3CF7BAD-DE9F-4598-AD25-74C5C93CD798}">
      <dgm:prSet/>
      <dgm:spPr/>
      <dgm:t>
        <a:bodyPr/>
        <a:lstStyle/>
        <a:p>
          <a:endParaRPr lang="en-US"/>
        </a:p>
      </dgm:t>
    </dgm:pt>
    <dgm:pt modelId="{3348BE81-235D-4101-A615-C7E73F9D7AC6}">
      <dgm:prSet phldrT="[Text]"/>
      <dgm:sp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Rectangle</a:t>
          </a:r>
          <a:endParaRPr lang="en-US" dirty="0"/>
        </a:p>
      </dgm:t>
    </dgm:pt>
    <dgm:pt modelId="{9942CFD4-069E-40CF-BCE9-A6BB9C36F17E}" type="parTrans" cxnId="{02DD05A6-7F70-468A-A640-C4C53C0D2ED4}">
      <dgm:prSet/>
      <dgm:spPr/>
      <dgm:t>
        <a:bodyPr/>
        <a:lstStyle/>
        <a:p>
          <a:endParaRPr lang="en-US"/>
        </a:p>
      </dgm:t>
    </dgm:pt>
    <dgm:pt modelId="{87C09928-3F9B-4EF6-ABD7-5C043EA491FA}" type="sibTrans" cxnId="{02DD05A6-7F70-468A-A640-C4C53C0D2ED4}">
      <dgm:prSet/>
      <dgm:spPr/>
      <dgm:t>
        <a:bodyPr/>
        <a:lstStyle/>
        <a:p>
          <a:endParaRPr lang="en-US"/>
        </a:p>
      </dgm:t>
    </dgm:pt>
    <dgm:pt modelId="{48C667EF-B0F9-4132-AC9C-EF28F09048E7}">
      <dgm:prSet phldrT="[Text]"/>
      <dgm:spPr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Inverted V</a:t>
          </a:r>
          <a:endParaRPr lang="en-US" dirty="0"/>
        </a:p>
      </dgm:t>
    </dgm:pt>
    <dgm:pt modelId="{246EEBD5-71E4-425B-8B7F-9B5ED88E37B1}" type="parTrans" cxnId="{35B928BE-94AA-420C-BCEC-4440EC19515C}">
      <dgm:prSet/>
      <dgm:spPr/>
      <dgm:t>
        <a:bodyPr/>
        <a:lstStyle/>
        <a:p>
          <a:endParaRPr lang="en-US"/>
        </a:p>
      </dgm:t>
    </dgm:pt>
    <dgm:pt modelId="{1C83894B-4396-49CE-ABC5-2A32BC86C53A}" type="sibTrans" cxnId="{35B928BE-94AA-420C-BCEC-4440EC19515C}">
      <dgm:prSet/>
      <dgm:spPr/>
      <dgm:t>
        <a:bodyPr/>
        <a:lstStyle/>
        <a:p>
          <a:endParaRPr lang="en-US"/>
        </a:p>
      </dgm:t>
    </dgm:pt>
    <dgm:pt modelId="{96716523-DBC3-464D-B656-3D1EE227F3A8}">
      <dgm:prSet phldrT="[Text]"/>
      <dgm:spPr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Triangle</a:t>
          </a:r>
          <a:endParaRPr lang="en-US" dirty="0"/>
        </a:p>
      </dgm:t>
    </dgm:pt>
    <dgm:pt modelId="{AA52C87C-608E-4CC0-9AF0-08CDD027D954}" type="parTrans" cxnId="{7B4AB122-DFB1-4C42-AEEA-B36A3E878A9E}">
      <dgm:prSet/>
      <dgm:spPr/>
      <dgm:t>
        <a:bodyPr/>
        <a:lstStyle/>
        <a:p>
          <a:endParaRPr lang="en-US"/>
        </a:p>
      </dgm:t>
    </dgm:pt>
    <dgm:pt modelId="{56F1D94C-B01E-4818-9A40-871FE9C94754}" type="sibTrans" cxnId="{7B4AB122-DFB1-4C42-AEEA-B36A3E878A9E}">
      <dgm:prSet/>
      <dgm:spPr/>
      <dgm:t>
        <a:bodyPr/>
        <a:lstStyle/>
        <a:p>
          <a:endParaRPr lang="en-US"/>
        </a:p>
      </dgm:t>
    </dgm:pt>
    <dgm:pt modelId="{36750836-22B4-4EDC-A527-8AC476651D6A}">
      <dgm:prSet phldrT="[Text]"/>
      <dgm:spPr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</dgm:spPr>
      <dgm:t>
        <a:bodyPr/>
        <a:lstStyle/>
        <a:p>
          <a:r>
            <a:rPr lang="en-US" dirty="0" smtClean="0"/>
            <a:t>Draw Inverted V</a:t>
          </a:r>
          <a:endParaRPr lang="en-US" dirty="0"/>
        </a:p>
      </dgm:t>
    </dgm:pt>
    <dgm:pt modelId="{774E6DD1-0D79-4D97-BCFB-2759F5D83305}" type="parTrans" cxnId="{704F1F9C-A941-4E45-95AC-9786BF0F4766}">
      <dgm:prSet/>
      <dgm:spPr/>
      <dgm:t>
        <a:bodyPr/>
        <a:lstStyle/>
        <a:p>
          <a:endParaRPr lang="en-US"/>
        </a:p>
      </dgm:t>
    </dgm:pt>
    <dgm:pt modelId="{3AE4899A-26F5-4EF7-9AE9-8EE19B86A3D7}" type="sibTrans" cxnId="{704F1F9C-A941-4E45-95AC-9786BF0F4766}">
      <dgm:prSet/>
      <dgm:spPr/>
      <dgm:t>
        <a:bodyPr/>
        <a:lstStyle/>
        <a:p>
          <a:endParaRPr lang="en-US"/>
        </a:p>
      </dgm:t>
    </dgm:pt>
    <dgm:pt modelId="{60F7423D-974F-413D-BDAD-007ECC5E4356}" type="pres">
      <dgm:prSet presAssocID="{4D0F05B2-C4F6-4365-9E92-D51D88C83A2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5F5FF24-50F0-45A1-8114-9BCF3B439E64}" type="pres">
      <dgm:prSet presAssocID="{30C07EF7-57ED-4250-B795-135C86E384D0}" presName="hierRoot1" presStyleCnt="0">
        <dgm:presLayoutVars>
          <dgm:hierBranch val="init"/>
        </dgm:presLayoutVars>
      </dgm:prSet>
      <dgm:spPr/>
    </dgm:pt>
    <dgm:pt modelId="{2A31A118-8A23-4C7F-92B0-6FBA05C63FFF}" type="pres">
      <dgm:prSet presAssocID="{30C07EF7-57ED-4250-B795-135C86E384D0}" presName="rootComposite1" presStyleCnt="0"/>
      <dgm:spPr/>
    </dgm:pt>
    <dgm:pt modelId="{5E0D3B8B-77DF-40DC-8C6C-1E2B3F380D7E}" type="pres">
      <dgm:prSet presAssocID="{30C07EF7-57ED-4250-B795-135C86E384D0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F6AD65-7EC3-4C92-9F1C-66047313E97F}" type="pres">
      <dgm:prSet presAssocID="{30C07EF7-57ED-4250-B795-135C86E384D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D2B17DB4-F450-49F1-BA87-FC0828A920F4}" type="pres">
      <dgm:prSet presAssocID="{30C07EF7-57ED-4250-B795-135C86E384D0}" presName="hierChild2" presStyleCnt="0"/>
      <dgm:spPr/>
    </dgm:pt>
    <dgm:pt modelId="{14F81CE7-5EAF-4222-85C2-CA9FB863D9C4}" type="pres">
      <dgm:prSet presAssocID="{9B08A61B-E7B5-4D2D-A732-B355E7DE964A}" presName="Name37" presStyleLbl="parChTrans1D2" presStyleIdx="0" presStyleCnt="3"/>
      <dgm:spPr/>
      <dgm:t>
        <a:bodyPr/>
        <a:lstStyle/>
        <a:p>
          <a:endParaRPr lang="en-US"/>
        </a:p>
      </dgm:t>
    </dgm:pt>
    <dgm:pt modelId="{16EC7DBA-0427-4F7D-BD52-A226629769E2}" type="pres">
      <dgm:prSet presAssocID="{FFAA1270-6D67-4A73-80EA-92F4965075CC}" presName="hierRoot2" presStyleCnt="0">
        <dgm:presLayoutVars>
          <dgm:hierBranch/>
        </dgm:presLayoutVars>
      </dgm:prSet>
      <dgm:spPr/>
    </dgm:pt>
    <dgm:pt modelId="{BB014FCE-F9D1-4455-8292-DB660E678942}" type="pres">
      <dgm:prSet presAssocID="{FFAA1270-6D67-4A73-80EA-92F4965075CC}" presName="rootComposite" presStyleCnt="0"/>
      <dgm:spPr/>
    </dgm:pt>
    <dgm:pt modelId="{72B91CF1-7161-4B21-8EF7-A55AFE7AB578}" type="pres">
      <dgm:prSet presAssocID="{FFAA1270-6D67-4A73-80EA-92F4965075CC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4A2AE2-B978-4179-B315-3F92C8CDEE58}" type="pres">
      <dgm:prSet presAssocID="{FFAA1270-6D67-4A73-80EA-92F4965075CC}" presName="rootConnector" presStyleLbl="node2" presStyleIdx="0" presStyleCnt="3"/>
      <dgm:spPr/>
      <dgm:t>
        <a:bodyPr/>
        <a:lstStyle/>
        <a:p>
          <a:endParaRPr lang="en-US"/>
        </a:p>
      </dgm:t>
    </dgm:pt>
    <dgm:pt modelId="{55A8AC32-985C-48E0-B618-A887D86275B1}" type="pres">
      <dgm:prSet presAssocID="{FFAA1270-6D67-4A73-80EA-92F4965075CC}" presName="hierChild4" presStyleCnt="0"/>
      <dgm:spPr/>
    </dgm:pt>
    <dgm:pt modelId="{F1368C55-B18A-4473-91F6-17DF04708C3E}" type="pres">
      <dgm:prSet presAssocID="{E354F5F9-1D9C-4B6A-9E4B-3AE3CAD52B6D}" presName="Name35" presStyleLbl="parChTrans1D3" presStyleIdx="0" presStyleCnt="9"/>
      <dgm:spPr/>
      <dgm:t>
        <a:bodyPr/>
        <a:lstStyle/>
        <a:p>
          <a:endParaRPr lang="en-US"/>
        </a:p>
      </dgm:t>
    </dgm:pt>
    <dgm:pt modelId="{8A3616B8-253D-4221-996F-C8C96A3F851B}" type="pres">
      <dgm:prSet presAssocID="{CBB8BAFF-EF79-477C-BA7F-EEB88F01DDD2}" presName="hierRoot2" presStyleCnt="0">
        <dgm:presLayoutVars>
          <dgm:hierBranch val="init"/>
        </dgm:presLayoutVars>
      </dgm:prSet>
      <dgm:spPr/>
    </dgm:pt>
    <dgm:pt modelId="{A15752D1-94AE-4CDC-A4C4-697CC66EAFF8}" type="pres">
      <dgm:prSet presAssocID="{CBB8BAFF-EF79-477C-BA7F-EEB88F01DDD2}" presName="rootComposite" presStyleCnt="0"/>
      <dgm:spPr/>
    </dgm:pt>
    <dgm:pt modelId="{E71D76A0-C923-45D2-899F-8B39C8E69124}" type="pres">
      <dgm:prSet presAssocID="{CBB8BAFF-EF79-477C-BA7F-EEB88F01DDD2}" presName="rootText" presStyleLbl="node3" presStyleIdx="0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0D3ACCF-8440-45F4-AA36-9165B64F3B77}" type="pres">
      <dgm:prSet presAssocID="{CBB8BAFF-EF79-477C-BA7F-EEB88F01DDD2}" presName="rootConnector" presStyleLbl="node3" presStyleIdx="0" presStyleCnt="9"/>
      <dgm:spPr/>
      <dgm:t>
        <a:bodyPr/>
        <a:lstStyle/>
        <a:p>
          <a:endParaRPr lang="en-US"/>
        </a:p>
      </dgm:t>
    </dgm:pt>
    <dgm:pt modelId="{D3910498-A949-42B8-BB5B-20FBD3AFA7D1}" type="pres">
      <dgm:prSet presAssocID="{CBB8BAFF-EF79-477C-BA7F-EEB88F01DDD2}" presName="hierChild4" presStyleCnt="0"/>
      <dgm:spPr/>
    </dgm:pt>
    <dgm:pt modelId="{93D29F50-62F7-4FB3-B613-C44393822EDF}" type="pres">
      <dgm:prSet presAssocID="{CBB8BAFF-EF79-477C-BA7F-EEB88F01DDD2}" presName="hierChild5" presStyleCnt="0"/>
      <dgm:spPr/>
    </dgm:pt>
    <dgm:pt modelId="{4BDA6EB8-A71D-4444-B940-83DBAAF3A190}" type="pres">
      <dgm:prSet presAssocID="{9BA6F90E-4418-4FCF-B129-9AEFAEC24005}" presName="Name35" presStyleLbl="parChTrans1D3" presStyleIdx="1" presStyleCnt="9"/>
      <dgm:spPr/>
      <dgm:t>
        <a:bodyPr/>
        <a:lstStyle/>
        <a:p>
          <a:endParaRPr lang="en-US"/>
        </a:p>
      </dgm:t>
    </dgm:pt>
    <dgm:pt modelId="{AFF16011-0F69-44D1-9086-707FD7251F6A}" type="pres">
      <dgm:prSet presAssocID="{A9686E81-75EC-47A4-9CFE-1E7874AB3096}" presName="hierRoot2" presStyleCnt="0">
        <dgm:presLayoutVars>
          <dgm:hierBranch val="init"/>
        </dgm:presLayoutVars>
      </dgm:prSet>
      <dgm:spPr/>
    </dgm:pt>
    <dgm:pt modelId="{7B77A308-1771-4C10-B881-FE5EF7B8747D}" type="pres">
      <dgm:prSet presAssocID="{A9686E81-75EC-47A4-9CFE-1E7874AB3096}" presName="rootComposite" presStyleCnt="0"/>
      <dgm:spPr/>
    </dgm:pt>
    <dgm:pt modelId="{72F7ABD0-7DE5-4FFF-AF94-0DB673DE9BD7}" type="pres">
      <dgm:prSet presAssocID="{A9686E81-75EC-47A4-9CFE-1E7874AB3096}" presName="rootText" presStyleLbl="node3" presStyleIdx="1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894A30-1889-4408-9162-B22AA29B107F}" type="pres">
      <dgm:prSet presAssocID="{A9686E81-75EC-47A4-9CFE-1E7874AB3096}" presName="rootConnector" presStyleLbl="node3" presStyleIdx="1" presStyleCnt="9"/>
      <dgm:spPr/>
      <dgm:t>
        <a:bodyPr/>
        <a:lstStyle/>
        <a:p>
          <a:endParaRPr lang="en-US"/>
        </a:p>
      </dgm:t>
    </dgm:pt>
    <dgm:pt modelId="{E460D4A7-B102-4879-9A99-D711EB9B9CF6}" type="pres">
      <dgm:prSet presAssocID="{A9686E81-75EC-47A4-9CFE-1E7874AB3096}" presName="hierChild4" presStyleCnt="0"/>
      <dgm:spPr/>
    </dgm:pt>
    <dgm:pt modelId="{31E45BC8-0C69-40FA-BD4D-7E2E972B415F}" type="pres">
      <dgm:prSet presAssocID="{A9686E81-75EC-47A4-9CFE-1E7874AB3096}" presName="hierChild5" presStyleCnt="0"/>
      <dgm:spPr/>
    </dgm:pt>
    <dgm:pt modelId="{77279B7B-9EFD-4949-9243-AD2F969EFAF9}" type="pres">
      <dgm:prSet presAssocID="{1A3EEF98-5B03-4B7F-946C-CA12D28266E5}" presName="Name35" presStyleLbl="parChTrans1D3" presStyleIdx="2" presStyleCnt="9"/>
      <dgm:spPr/>
      <dgm:t>
        <a:bodyPr/>
        <a:lstStyle/>
        <a:p>
          <a:endParaRPr lang="en-US"/>
        </a:p>
      </dgm:t>
    </dgm:pt>
    <dgm:pt modelId="{00F669B0-8BA6-43D1-9C03-E62721E8C3A9}" type="pres">
      <dgm:prSet presAssocID="{0C8EB31E-070F-4D80-881E-D7F27492A773}" presName="hierRoot2" presStyleCnt="0">
        <dgm:presLayoutVars>
          <dgm:hierBranch val="init"/>
        </dgm:presLayoutVars>
      </dgm:prSet>
      <dgm:spPr/>
    </dgm:pt>
    <dgm:pt modelId="{4D46340E-BFB9-412E-9680-73ACBEBF17D1}" type="pres">
      <dgm:prSet presAssocID="{0C8EB31E-070F-4D80-881E-D7F27492A773}" presName="rootComposite" presStyleCnt="0"/>
      <dgm:spPr/>
    </dgm:pt>
    <dgm:pt modelId="{0899E656-3DAA-4E2E-8046-738799664983}" type="pres">
      <dgm:prSet presAssocID="{0C8EB31E-070F-4D80-881E-D7F27492A773}" presName="rootText" presStyleLbl="node3" presStyleIdx="2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2FF6F4-7252-4C44-B3D8-74CE3F04DC2E}" type="pres">
      <dgm:prSet presAssocID="{0C8EB31E-070F-4D80-881E-D7F27492A773}" presName="rootConnector" presStyleLbl="node3" presStyleIdx="2" presStyleCnt="9"/>
      <dgm:spPr/>
      <dgm:t>
        <a:bodyPr/>
        <a:lstStyle/>
        <a:p>
          <a:endParaRPr lang="en-US"/>
        </a:p>
      </dgm:t>
    </dgm:pt>
    <dgm:pt modelId="{B5043DBB-B3E1-4D33-ADDC-4AC0C3277345}" type="pres">
      <dgm:prSet presAssocID="{0C8EB31E-070F-4D80-881E-D7F27492A773}" presName="hierChild4" presStyleCnt="0"/>
      <dgm:spPr/>
    </dgm:pt>
    <dgm:pt modelId="{1AD9F719-F712-4800-AB05-46D2DBB55989}" type="pres">
      <dgm:prSet presAssocID="{0C8EB31E-070F-4D80-881E-D7F27492A773}" presName="hierChild5" presStyleCnt="0"/>
      <dgm:spPr/>
    </dgm:pt>
    <dgm:pt modelId="{E4CEC0EF-DF2D-4FDA-B4D1-1588F8D7640A}" type="pres">
      <dgm:prSet presAssocID="{FFAA1270-6D67-4A73-80EA-92F4965075CC}" presName="hierChild5" presStyleCnt="0"/>
      <dgm:spPr/>
    </dgm:pt>
    <dgm:pt modelId="{C65F9734-5876-436E-A803-EBD12390F0C8}" type="pres">
      <dgm:prSet presAssocID="{B47D5D51-144F-4939-822D-184D719FC4D8}" presName="Name37" presStyleLbl="parChTrans1D2" presStyleIdx="1" presStyleCnt="3"/>
      <dgm:spPr/>
      <dgm:t>
        <a:bodyPr/>
        <a:lstStyle/>
        <a:p>
          <a:endParaRPr lang="en-US"/>
        </a:p>
      </dgm:t>
    </dgm:pt>
    <dgm:pt modelId="{4EA65949-326C-4DC1-A810-D27B8EC70B07}" type="pres">
      <dgm:prSet presAssocID="{384DBA0A-24FA-4D07-B557-64CBE543628E}" presName="hierRoot2" presStyleCnt="0">
        <dgm:presLayoutVars>
          <dgm:hierBranch/>
        </dgm:presLayoutVars>
      </dgm:prSet>
      <dgm:spPr/>
    </dgm:pt>
    <dgm:pt modelId="{5EDC20A4-46F2-449E-8034-8C6F19793642}" type="pres">
      <dgm:prSet presAssocID="{384DBA0A-24FA-4D07-B557-64CBE543628E}" presName="rootComposite" presStyleCnt="0"/>
      <dgm:spPr/>
    </dgm:pt>
    <dgm:pt modelId="{667CB6C0-6565-4AD5-813A-D534ABD39159}" type="pres">
      <dgm:prSet presAssocID="{384DBA0A-24FA-4D07-B557-64CBE543628E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304C50-FF9F-4566-8333-F1C14DBD4558}" type="pres">
      <dgm:prSet presAssocID="{384DBA0A-24FA-4D07-B557-64CBE543628E}" presName="rootConnector" presStyleLbl="node2" presStyleIdx="1" presStyleCnt="3"/>
      <dgm:spPr/>
      <dgm:t>
        <a:bodyPr/>
        <a:lstStyle/>
        <a:p>
          <a:endParaRPr lang="en-US"/>
        </a:p>
      </dgm:t>
    </dgm:pt>
    <dgm:pt modelId="{DE145A04-D953-44E9-AB89-99A7929EB078}" type="pres">
      <dgm:prSet presAssocID="{384DBA0A-24FA-4D07-B557-64CBE543628E}" presName="hierChild4" presStyleCnt="0"/>
      <dgm:spPr/>
    </dgm:pt>
    <dgm:pt modelId="{9316EB06-2157-456B-957F-C49D7C28B376}" type="pres">
      <dgm:prSet presAssocID="{ADBFCB45-89E9-4965-B599-F7F718E283B7}" presName="Name35" presStyleLbl="parChTrans1D3" presStyleIdx="3" presStyleCnt="9"/>
      <dgm:spPr/>
      <dgm:t>
        <a:bodyPr/>
        <a:lstStyle/>
        <a:p>
          <a:endParaRPr lang="en-US"/>
        </a:p>
      </dgm:t>
    </dgm:pt>
    <dgm:pt modelId="{9A0ED9B3-6D75-40AE-81DF-9041F6E2DCBC}" type="pres">
      <dgm:prSet presAssocID="{DAC69E91-0613-4999-AFAA-732052BC759E}" presName="hierRoot2" presStyleCnt="0">
        <dgm:presLayoutVars>
          <dgm:hierBranch val="init"/>
        </dgm:presLayoutVars>
      </dgm:prSet>
      <dgm:spPr/>
    </dgm:pt>
    <dgm:pt modelId="{C95C3E24-B1C9-4683-811A-ED174125B8A6}" type="pres">
      <dgm:prSet presAssocID="{DAC69E91-0613-4999-AFAA-732052BC759E}" presName="rootComposite" presStyleCnt="0"/>
      <dgm:spPr/>
    </dgm:pt>
    <dgm:pt modelId="{B217E01A-AEA5-4335-9F18-1A7C6761C7D6}" type="pres">
      <dgm:prSet presAssocID="{DAC69E91-0613-4999-AFAA-732052BC759E}" presName="rootText" presStyleLbl="node3" presStyleIdx="3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2FEB5B0-1D76-4367-B7F1-C15F56ED28E4}" type="pres">
      <dgm:prSet presAssocID="{DAC69E91-0613-4999-AFAA-732052BC759E}" presName="rootConnector" presStyleLbl="node3" presStyleIdx="3" presStyleCnt="9"/>
      <dgm:spPr/>
      <dgm:t>
        <a:bodyPr/>
        <a:lstStyle/>
        <a:p>
          <a:endParaRPr lang="en-US"/>
        </a:p>
      </dgm:t>
    </dgm:pt>
    <dgm:pt modelId="{753D1BD4-6594-4B3C-8F7C-985198B58796}" type="pres">
      <dgm:prSet presAssocID="{DAC69E91-0613-4999-AFAA-732052BC759E}" presName="hierChild4" presStyleCnt="0"/>
      <dgm:spPr/>
    </dgm:pt>
    <dgm:pt modelId="{11968861-D99C-443F-A04E-8E8DCA60B1A0}" type="pres">
      <dgm:prSet presAssocID="{DAC69E91-0613-4999-AFAA-732052BC759E}" presName="hierChild5" presStyleCnt="0"/>
      <dgm:spPr/>
    </dgm:pt>
    <dgm:pt modelId="{3E4EE682-9705-4F86-87F2-96479BB4CF23}" type="pres">
      <dgm:prSet presAssocID="{9942CFD4-069E-40CF-BCE9-A6BB9C36F17E}" presName="Name35" presStyleLbl="parChTrans1D3" presStyleIdx="4" presStyleCnt="9"/>
      <dgm:spPr/>
      <dgm:t>
        <a:bodyPr/>
        <a:lstStyle/>
        <a:p>
          <a:endParaRPr lang="en-US"/>
        </a:p>
      </dgm:t>
    </dgm:pt>
    <dgm:pt modelId="{9A80F554-A3FF-448E-A0D6-AB99D85B37B9}" type="pres">
      <dgm:prSet presAssocID="{3348BE81-235D-4101-A615-C7E73F9D7AC6}" presName="hierRoot2" presStyleCnt="0">
        <dgm:presLayoutVars>
          <dgm:hierBranch val="init"/>
        </dgm:presLayoutVars>
      </dgm:prSet>
      <dgm:spPr/>
    </dgm:pt>
    <dgm:pt modelId="{71282B29-7CAB-454D-AFA9-74EBF1BBB5AA}" type="pres">
      <dgm:prSet presAssocID="{3348BE81-235D-4101-A615-C7E73F9D7AC6}" presName="rootComposite" presStyleCnt="0"/>
      <dgm:spPr/>
    </dgm:pt>
    <dgm:pt modelId="{20C88D64-9383-49FD-8BB7-6C7920D27996}" type="pres">
      <dgm:prSet presAssocID="{3348BE81-235D-4101-A615-C7E73F9D7AC6}" presName="rootText" presStyleLbl="node3" presStyleIdx="4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F3C63D-3EAD-4256-B9F7-A05A32F6CB40}" type="pres">
      <dgm:prSet presAssocID="{3348BE81-235D-4101-A615-C7E73F9D7AC6}" presName="rootConnector" presStyleLbl="node3" presStyleIdx="4" presStyleCnt="9"/>
      <dgm:spPr/>
      <dgm:t>
        <a:bodyPr/>
        <a:lstStyle/>
        <a:p>
          <a:endParaRPr lang="en-US"/>
        </a:p>
      </dgm:t>
    </dgm:pt>
    <dgm:pt modelId="{5D64760A-962D-48E8-B082-B40BB2DC192F}" type="pres">
      <dgm:prSet presAssocID="{3348BE81-235D-4101-A615-C7E73F9D7AC6}" presName="hierChild4" presStyleCnt="0"/>
      <dgm:spPr/>
    </dgm:pt>
    <dgm:pt modelId="{7124BC1E-C699-49FF-966A-7E25EF24BE54}" type="pres">
      <dgm:prSet presAssocID="{3348BE81-235D-4101-A615-C7E73F9D7AC6}" presName="hierChild5" presStyleCnt="0"/>
      <dgm:spPr/>
    </dgm:pt>
    <dgm:pt modelId="{AA7EEDFA-7D76-43FF-AC94-29AD3D681471}" type="pres">
      <dgm:prSet presAssocID="{246EEBD5-71E4-425B-8B7F-9B5ED88E37B1}" presName="Name35" presStyleLbl="parChTrans1D3" presStyleIdx="5" presStyleCnt="9"/>
      <dgm:spPr/>
      <dgm:t>
        <a:bodyPr/>
        <a:lstStyle/>
        <a:p>
          <a:endParaRPr lang="en-US"/>
        </a:p>
      </dgm:t>
    </dgm:pt>
    <dgm:pt modelId="{D6E7754D-E5E5-4D3B-88E4-A5B857A6CAAC}" type="pres">
      <dgm:prSet presAssocID="{48C667EF-B0F9-4132-AC9C-EF28F09048E7}" presName="hierRoot2" presStyleCnt="0">
        <dgm:presLayoutVars>
          <dgm:hierBranch val="init"/>
        </dgm:presLayoutVars>
      </dgm:prSet>
      <dgm:spPr/>
    </dgm:pt>
    <dgm:pt modelId="{70385958-0756-472E-97FA-43EE3409AC9D}" type="pres">
      <dgm:prSet presAssocID="{48C667EF-B0F9-4132-AC9C-EF28F09048E7}" presName="rootComposite" presStyleCnt="0"/>
      <dgm:spPr/>
    </dgm:pt>
    <dgm:pt modelId="{8D3692A3-7C3F-41F9-9536-4075DABC9DDB}" type="pres">
      <dgm:prSet presAssocID="{48C667EF-B0F9-4132-AC9C-EF28F09048E7}" presName="rootText" presStyleLbl="node3" presStyleIdx="5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C728FD-73E8-4975-B433-C71EB0E70BCF}" type="pres">
      <dgm:prSet presAssocID="{48C667EF-B0F9-4132-AC9C-EF28F09048E7}" presName="rootConnector" presStyleLbl="node3" presStyleIdx="5" presStyleCnt="9"/>
      <dgm:spPr/>
      <dgm:t>
        <a:bodyPr/>
        <a:lstStyle/>
        <a:p>
          <a:endParaRPr lang="en-US"/>
        </a:p>
      </dgm:t>
    </dgm:pt>
    <dgm:pt modelId="{415FA978-D749-4C89-8082-E4AE80E79DAB}" type="pres">
      <dgm:prSet presAssocID="{48C667EF-B0F9-4132-AC9C-EF28F09048E7}" presName="hierChild4" presStyleCnt="0"/>
      <dgm:spPr/>
    </dgm:pt>
    <dgm:pt modelId="{912ECF0D-50E6-4C45-BF7A-3FC00D450383}" type="pres">
      <dgm:prSet presAssocID="{48C667EF-B0F9-4132-AC9C-EF28F09048E7}" presName="hierChild5" presStyleCnt="0"/>
      <dgm:spPr/>
    </dgm:pt>
    <dgm:pt modelId="{BEDF29B7-D0B3-4C49-A78A-BF4A3180527C}" type="pres">
      <dgm:prSet presAssocID="{384DBA0A-24FA-4D07-B557-64CBE543628E}" presName="hierChild5" presStyleCnt="0"/>
      <dgm:spPr/>
    </dgm:pt>
    <dgm:pt modelId="{CFB47309-B816-4314-8EAB-FF38977E96E2}" type="pres">
      <dgm:prSet presAssocID="{863A04C4-6207-46B3-8C8D-9F979BBF9A05}" presName="Name37" presStyleLbl="parChTrans1D2" presStyleIdx="2" presStyleCnt="3"/>
      <dgm:spPr/>
      <dgm:t>
        <a:bodyPr/>
        <a:lstStyle/>
        <a:p>
          <a:endParaRPr lang="en-US"/>
        </a:p>
      </dgm:t>
    </dgm:pt>
    <dgm:pt modelId="{8485C17F-F03D-4628-B122-3D8796D5D2C4}" type="pres">
      <dgm:prSet presAssocID="{F45B4A23-5160-48E2-B05D-79220BE8E6A0}" presName="hierRoot2" presStyleCnt="0">
        <dgm:presLayoutVars>
          <dgm:hierBranch/>
        </dgm:presLayoutVars>
      </dgm:prSet>
      <dgm:spPr/>
    </dgm:pt>
    <dgm:pt modelId="{4F7BDDDC-47D7-415C-96E4-943E6C84F9DA}" type="pres">
      <dgm:prSet presAssocID="{F45B4A23-5160-48E2-B05D-79220BE8E6A0}" presName="rootComposite" presStyleCnt="0"/>
      <dgm:spPr/>
    </dgm:pt>
    <dgm:pt modelId="{D9E07E61-3F72-4B59-9172-EB9CEF90BD8C}" type="pres">
      <dgm:prSet presAssocID="{F45B4A23-5160-48E2-B05D-79220BE8E6A0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EDFACBC-81BB-45B5-BE07-A52D262E1373}" type="pres">
      <dgm:prSet presAssocID="{F45B4A23-5160-48E2-B05D-79220BE8E6A0}" presName="rootConnector" presStyleLbl="node2" presStyleIdx="2" presStyleCnt="3"/>
      <dgm:spPr/>
      <dgm:t>
        <a:bodyPr/>
        <a:lstStyle/>
        <a:p>
          <a:endParaRPr lang="en-US"/>
        </a:p>
      </dgm:t>
    </dgm:pt>
    <dgm:pt modelId="{A989CD9A-F1B0-4601-8D90-9F8EC2CE2AEF}" type="pres">
      <dgm:prSet presAssocID="{F45B4A23-5160-48E2-B05D-79220BE8E6A0}" presName="hierChild4" presStyleCnt="0"/>
      <dgm:spPr/>
    </dgm:pt>
    <dgm:pt modelId="{24D76437-B1C4-4E26-A1A8-4E865A36D496}" type="pres">
      <dgm:prSet presAssocID="{7E6D309A-79CB-4C43-AE34-1521813852D1}" presName="Name35" presStyleLbl="parChTrans1D3" presStyleIdx="6" presStyleCnt="9"/>
      <dgm:spPr/>
      <dgm:t>
        <a:bodyPr/>
        <a:lstStyle/>
        <a:p>
          <a:endParaRPr lang="en-US"/>
        </a:p>
      </dgm:t>
    </dgm:pt>
    <dgm:pt modelId="{F1512D98-582F-4A73-A6AB-C0B3420A999D}" type="pres">
      <dgm:prSet presAssocID="{8ECE73B4-EA93-47B3-8EC2-F7ED692E3675}" presName="hierRoot2" presStyleCnt="0">
        <dgm:presLayoutVars>
          <dgm:hierBranch val="init"/>
        </dgm:presLayoutVars>
      </dgm:prSet>
      <dgm:spPr/>
    </dgm:pt>
    <dgm:pt modelId="{349D34DD-564A-4285-A9B8-15A2A4FAD750}" type="pres">
      <dgm:prSet presAssocID="{8ECE73B4-EA93-47B3-8EC2-F7ED692E3675}" presName="rootComposite" presStyleCnt="0"/>
      <dgm:spPr/>
    </dgm:pt>
    <dgm:pt modelId="{C4110DA1-8F2D-4D47-8B4E-6A26CEFCE751}" type="pres">
      <dgm:prSet presAssocID="{8ECE73B4-EA93-47B3-8EC2-F7ED692E3675}" presName="rootText" presStyleLbl="node3" presStyleIdx="6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7D91D9-A2CC-4778-B63C-383E827BF3BF}" type="pres">
      <dgm:prSet presAssocID="{8ECE73B4-EA93-47B3-8EC2-F7ED692E3675}" presName="rootConnector" presStyleLbl="node3" presStyleIdx="6" presStyleCnt="9"/>
      <dgm:spPr/>
      <dgm:t>
        <a:bodyPr/>
        <a:lstStyle/>
        <a:p>
          <a:endParaRPr lang="en-US"/>
        </a:p>
      </dgm:t>
    </dgm:pt>
    <dgm:pt modelId="{081D5200-7F93-48A8-8662-A001DB71F6A8}" type="pres">
      <dgm:prSet presAssocID="{8ECE73B4-EA93-47B3-8EC2-F7ED692E3675}" presName="hierChild4" presStyleCnt="0"/>
      <dgm:spPr/>
    </dgm:pt>
    <dgm:pt modelId="{12516E6B-5008-49CA-972E-0DA52E0350F5}" type="pres">
      <dgm:prSet presAssocID="{8ECE73B4-EA93-47B3-8EC2-F7ED692E3675}" presName="hierChild5" presStyleCnt="0"/>
      <dgm:spPr/>
    </dgm:pt>
    <dgm:pt modelId="{F6558E33-FDDF-4AF6-9FF2-7F28E3CA0FAA}" type="pres">
      <dgm:prSet presAssocID="{AA52C87C-608E-4CC0-9AF0-08CDD027D954}" presName="Name35" presStyleLbl="parChTrans1D3" presStyleIdx="7" presStyleCnt="9"/>
      <dgm:spPr/>
      <dgm:t>
        <a:bodyPr/>
        <a:lstStyle/>
        <a:p>
          <a:endParaRPr lang="en-US"/>
        </a:p>
      </dgm:t>
    </dgm:pt>
    <dgm:pt modelId="{EA1A34BD-241E-4F26-9DD0-41509ABDCEB3}" type="pres">
      <dgm:prSet presAssocID="{96716523-DBC3-464D-B656-3D1EE227F3A8}" presName="hierRoot2" presStyleCnt="0">
        <dgm:presLayoutVars>
          <dgm:hierBranch val="init"/>
        </dgm:presLayoutVars>
      </dgm:prSet>
      <dgm:spPr/>
    </dgm:pt>
    <dgm:pt modelId="{E9047C9A-A969-4BB5-943F-4406525E876C}" type="pres">
      <dgm:prSet presAssocID="{96716523-DBC3-464D-B656-3D1EE227F3A8}" presName="rootComposite" presStyleCnt="0"/>
      <dgm:spPr/>
    </dgm:pt>
    <dgm:pt modelId="{A896CA11-1BA3-4CD3-A263-EB01A713F19B}" type="pres">
      <dgm:prSet presAssocID="{96716523-DBC3-464D-B656-3D1EE227F3A8}" presName="rootText" presStyleLbl="node3" presStyleIdx="7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6B47626-737E-4CFA-937B-0811A832C540}" type="pres">
      <dgm:prSet presAssocID="{96716523-DBC3-464D-B656-3D1EE227F3A8}" presName="rootConnector" presStyleLbl="node3" presStyleIdx="7" presStyleCnt="9"/>
      <dgm:spPr/>
      <dgm:t>
        <a:bodyPr/>
        <a:lstStyle/>
        <a:p>
          <a:endParaRPr lang="en-US"/>
        </a:p>
      </dgm:t>
    </dgm:pt>
    <dgm:pt modelId="{2D8886C3-2FB3-41C0-9003-34466AEC2346}" type="pres">
      <dgm:prSet presAssocID="{96716523-DBC3-464D-B656-3D1EE227F3A8}" presName="hierChild4" presStyleCnt="0"/>
      <dgm:spPr/>
    </dgm:pt>
    <dgm:pt modelId="{E742612A-849F-4882-A9A3-D3182E94A05B}" type="pres">
      <dgm:prSet presAssocID="{96716523-DBC3-464D-B656-3D1EE227F3A8}" presName="hierChild5" presStyleCnt="0"/>
      <dgm:spPr/>
    </dgm:pt>
    <dgm:pt modelId="{FE256B6E-EEBE-41D2-9101-E05A7CB9F3E2}" type="pres">
      <dgm:prSet presAssocID="{774E6DD1-0D79-4D97-BCFB-2759F5D83305}" presName="Name35" presStyleLbl="parChTrans1D3" presStyleIdx="8" presStyleCnt="9"/>
      <dgm:spPr/>
      <dgm:t>
        <a:bodyPr/>
        <a:lstStyle/>
        <a:p>
          <a:endParaRPr lang="en-US"/>
        </a:p>
      </dgm:t>
    </dgm:pt>
    <dgm:pt modelId="{C006F113-0C87-408C-AB6D-DE6449485A6A}" type="pres">
      <dgm:prSet presAssocID="{36750836-22B4-4EDC-A527-8AC476651D6A}" presName="hierRoot2" presStyleCnt="0">
        <dgm:presLayoutVars>
          <dgm:hierBranch val="init"/>
        </dgm:presLayoutVars>
      </dgm:prSet>
      <dgm:spPr/>
    </dgm:pt>
    <dgm:pt modelId="{64EECA18-DC27-4F5B-86C8-2743581BD39C}" type="pres">
      <dgm:prSet presAssocID="{36750836-22B4-4EDC-A527-8AC476651D6A}" presName="rootComposite" presStyleCnt="0"/>
      <dgm:spPr/>
    </dgm:pt>
    <dgm:pt modelId="{4DB9D100-0B2A-4E28-BED4-B0A7DEDF6428}" type="pres">
      <dgm:prSet presAssocID="{36750836-22B4-4EDC-A527-8AC476651D6A}" presName="rootText" presStyleLbl="node3" presStyleIdx="8" presStyleCnt="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B00103-694E-47F9-AC7B-3CD2A641D1E8}" type="pres">
      <dgm:prSet presAssocID="{36750836-22B4-4EDC-A527-8AC476651D6A}" presName="rootConnector" presStyleLbl="node3" presStyleIdx="8" presStyleCnt="9"/>
      <dgm:spPr/>
      <dgm:t>
        <a:bodyPr/>
        <a:lstStyle/>
        <a:p>
          <a:endParaRPr lang="en-US"/>
        </a:p>
      </dgm:t>
    </dgm:pt>
    <dgm:pt modelId="{56582AE3-9D3A-4E94-BC2C-3D38BC06FEC5}" type="pres">
      <dgm:prSet presAssocID="{36750836-22B4-4EDC-A527-8AC476651D6A}" presName="hierChild4" presStyleCnt="0"/>
      <dgm:spPr/>
    </dgm:pt>
    <dgm:pt modelId="{CDB8CAFB-732A-405F-B547-2C4D7E269960}" type="pres">
      <dgm:prSet presAssocID="{36750836-22B4-4EDC-A527-8AC476651D6A}" presName="hierChild5" presStyleCnt="0"/>
      <dgm:spPr/>
    </dgm:pt>
    <dgm:pt modelId="{A3DC562A-2AC6-4DD3-B82D-3CA0C539CFE8}" type="pres">
      <dgm:prSet presAssocID="{F45B4A23-5160-48E2-B05D-79220BE8E6A0}" presName="hierChild5" presStyleCnt="0"/>
      <dgm:spPr/>
    </dgm:pt>
    <dgm:pt modelId="{7DD424A3-341E-41CA-96D2-09BD5DC48D72}" type="pres">
      <dgm:prSet presAssocID="{30C07EF7-57ED-4250-B795-135C86E384D0}" presName="hierChild3" presStyleCnt="0"/>
      <dgm:spPr/>
    </dgm:pt>
  </dgm:ptLst>
  <dgm:cxnLst>
    <dgm:cxn modelId="{BDCF8ADE-2B15-4020-9D3F-AE2D2DF35F16}" type="presOf" srcId="{3348BE81-235D-4101-A615-C7E73F9D7AC6}" destId="{60F3C63D-3EAD-4256-B9F7-A05A32F6CB40}" srcOrd="1" destOrd="0" presId="urn:microsoft.com/office/officeart/2005/8/layout/orgChart1"/>
    <dgm:cxn modelId="{468A3CAC-DA72-4FFF-BE5B-95E25BDC5DC3}" type="presOf" srcId="{8ECE73B4-EA93-47B3-8EC2-F7ED692E3675}" destId="{C4110DA1-8F2D-4D47-8B4E-6A26CEFCE751}" srcOrd="0" destOrd="0" presId="urn:microsoft.com/office/officeart/2005/8/layout/orgChart1"/>
    <dgm:cxn modelId="{E2A338F9-0ED1-443F-B681-1DE90FC85D21}" type="presOf" srcId="{48C667EF-B0F9-4132-AC9C-EF28F09048E7}" destId="{8D3692A3-7C3F-41F9-9536-4075DABC9DDB}" srcOrd="0" destOrd="0" presId="urn:microsoft.com/office/officeart/2005/8/layout/orgChart1"/>
    <dgm:cxn modelId="{C3E63CA9-E71E-4099-AE8C-78CC368BA381}" type="presOf" srcId="{A9686E81-75EC-47A4-9CFE-1E7874AB3096}" destId="{72F7ABD0-7DE5-4FFF-AF94-0DB673DE9BD7}" srcOrd="0" destOrd="0" presId="urn:microsoft.com/office/officeart/2005/8/layout/orgChart1"/>
    <dgm:cxn modelId="{590669B8-E55B-4945-B0D6-AE57715FEAFE}" srcId="{4D0F05B2-C4F6-4365-9E92-D51D88C83A29}" destId="{30C07EF7-57ED-4250-B795-135C86E384D0}" srcOrd="0" destOrd="0" parTransId="{D9245E26-0F28-43D1-89F0-E634D50679D1}" sibTransId="{119B9FE2-62A6-4415-BE08-1EB0B9C506FC}"/>
    <dgm:cxn modelId="{591EACCA-FB2A-4940-B676-97DD7139A08B}" type="presOf" srcId="{9942CFD4-069E-40CF-BCE9-A6BB9C36F17E}" destId="{3E4EE682-9705-4F86-87F2-96479BB4CF23}" srcOrd="0" destOrd="0" presId="urn:microsoft.com/office/officeart/2005/8/layout/orgChart1"/>
    <dgm:cxn modelId="{A7E6E8E3-863E-4017-A4A9-49ADB229FA94}" type="presOf" srcId="{F45B4A23-5160-48E2-B05D-79220BE8E6A0}" destId="{FEDFACBC-81BB-45B5-BE07-A52D262E1373}" srcOrd="1" destOrd="0" presId="urn:microsoft.com/office/officeart/2005/8/layout/orgChart1"/>
    <dgm:cxn modelId="{1D248B6E-790C-47B5-A52B-578FB63A11CC}" type="presOf" srcId="{30C07EF7-57ED-4250-B795-135C86E384D0}" destId="{5E0D3B8B-77DF-40DC-8C6C-1E2B3F380D7E}" srcOrd="0" destOrd="0" presId="urn:microsoft.com/office/officeart/2005/8/layout/orgChart1"/>
    <dgm:cxn modelId="{5517C98D-C7C3-4151-B0E9-2559869A7D99}" type="presOf" srcId="{ADBFCB45-89E9-4965-B599-F7F718E283B7}" destId="{9316EB06-2157-456B-957F-C49D7C28B376}" srcOrd="0" destOrd="0" presId="urn:microsoft.com/office/officeart/2005/8/layout/orgChart1"/>
    <dgm:cxn modelId="{35B928BE-94AA-420C-BCEC-4440EC19515C}" srcId="{384DBA0A-24FA-4D07-B557-64CBE543628E}" destId="{48C667EF-B0F9-4132-AC9C-EF28F09048E7}" srcOrd="2" destOrd="0" parTransId="{246EEBD5-71E4-425B-8B7F-9B5ED88E37B1}" sibTransId="{1C83894B-4396-49CE-ABC5-2A32BC86C53A}"/>
    <dgm:cxn modelId="{FF1C6CAD-BEFF-48CB-9F30-1A1CAFF9D9E8}" type="presOf" srcId="{B47D5D51-144F-4939-822D-184D719FC4D8}" destId="{C65F9734-5876-436E-A803-EBD12390F0C8}" srcOrd="0" destOrd="0" presId="urn:microsoft.com/office/officeart/2005/8/layout/orgChart1"/>
    <dgm:cxn modelId="{02DD05A6-7F70-468A-A640-C4C53C0D2ED4}" srcId="{384DBA0A-24FA-4D07-B557-64CBE543628E}" destId="{3348BE81-235D-4101-A615-C7E73F9D7AC6}" srcOrd="1" destOrd="0" parTransId="{9942CFD4-069E-40CF-BCE9-A6BB9C36F17E}" sibTransId="{87C09928-3F9B-4EF6-ABD7-5C043EA491FA}"/>
    <dgm:cxn modelId="{1C9D2427-88CD-4AFE-A1B8-068014A0546D}" type="presOf" srcId="{3348BE81-235D-4101-A615-C7E73F9D7AC6}" destId="{20C88D64-9383-49FD-8BB7-6C7920D27996}" srcOrd="0" destOrd="0" presId="urn:microsoft.com/office/officeart/2005/8/layout/orgChart1"/>
    <dgm:cxn modelId="{76530D0E-E471-4B13-9119-8EC39861BA00}" type="presOf" srcId="{96716523-DBC3-464D-B656-3D1EE227F3A8}" destId="{A896CA11-1BA3-4CD3-A263-EB01A713F19B}" srcOrd="0" destOrd="0" presId="urn:microsoft.com/office/officeart/2005/8/layout/orgChart1"/>
    <dgm:cxn modelId="{7B4AB122-DFB1-4C42-AEEA-B36A3E878A9E}" srcId="{F45B4A23-5160-48E2-B05D-79220BE8E6A0}" destId="{96716523-DBC3-464D-B656-3D1EE227F3A8}" srcOrd="1" destOrd="0" parTransId="{AA52C87C-608E-4CC0-9AF0-08CDD027D954}" sibTransId="{56F1D94C-B01E-4818-9A40-871FE9C94754}"/>
    <dgm:cxn modelId="{5443C39F-5C31-47A4-84C8-C1395E69D132}" type="presOf" srcId="{0C8EB31E-070F-4D80-881E-D7F27492A773}" destId="{4C2FF6F4-7252-4C44-B3D8-74CE3F04DC2E}" srcOrd="1" destOrd="0" presId="urn:microsoft.com/office/officeart/2005/8/layout/orgChart1"/>
    <dgm:cxn modelId="{74F3C907-144C-41A6-8C58-FA42C78F0EBA}" type="presOf" srcId="{AA52C87C-608E-4CC0-9AF0-08CDD027D954}" destId="{F6558E33-FDDF-4AF6-9FF2-7F28E3CA0FAA}" srcOrd="0" destOrd="0" presId="urn:microsoft.com/office/officeart/2005/8/layout/orgChart1"/>
    <dgm:cxn modelId="{B5436B34-5A47-40B3-ADDC-ED1AF9EA03ED}" type="presOf" srcId="{4D0F05B2-C4F6-4365-9E92-D51D88C83A29}" destId="{60F7423D-974F-413D-BDAD-007ECC5E4356}" srcOrd="0" destOrd="0" presId="urn:microsoft.com/office/officeart/2005/8/layout/orgChart1"/>
    <dgm:cxn modelId="{D439250B-030D-40D9-B8C9-FAD2542795C7}" type="presOf" srcId="{36750836-22B4-4EDC-A527-8AC476651D6A}" destId="{4DB9D100-0B2A-4E28-BED4-B0A7DEDF6428}" srcOrd="0" destOrd="0" presId="urn:microsoft.com/office/officeart/2005/8/layout/orgChart1"/>
    <dgm:cxn modelId="{704F1F9C-A941-4E45-95AC-9786BF0F4766}" srcId="{F45B4A23-5160-48E2-B05D-79220BE8E6A0}" destId="{36750836-22B4-4EDC-A527-8AC476651D6A}" srcOrd="2" destOrd="0" parTransId="{774E6DD1-0D79-4D97-BCFB-2759F5D83305}" sibTransId="{3AE4899A-26F5-4EF7-9AE9-8EE19B86A3D7}"/>
    <dgm:cxn modelId="{AF768AE2-3F0A-4715-821D-AC0329047696}" srcId="{FFAA1270-6D67-4A73-80EA-92F4965075CC}" destId="{CBB8BAFF-EF79-477C-BA7F-EEB88F01DDD2}" srcOrd="0" destOrd="0" parTransId="{E354F5F9-1D9C-4B6A-9E4B-3AE3CAD52B6D}" sibTransId="{4B25E10B-64B4-40C7-835D-D00015238ED1}"/>
    <dgm:cxn modelId="{6F484B8E-30AE-44D9-8BAC-251FF2144349}" type="presOf" srcId="{863A04C4-6207-46B3-8C8D-9F979BBF9A05}" destId="{CFB47309-B816-4314-8EAB-FF38977E96E2}" srcOrd="0" destOrd="0" presId="urn:microsoft.com/office/officeart/2005/8/layout/orgChart1"/>
    <dgm:cxn modelId="{0C6C9696-E28B-4E22-BEA1-D6E604A42FFD}" type="presOf" srcId="{FFAA1270-6D67-4A73-80EA-92F4965075CC}" destId="{3A4A2AE2-B978-4179-B315-3F92C8CDEE58}" srcOrd="1" destOrd="0" presId="urn:microsoft.com/office/officeart/2005/8/layout/orgChart1"/>
    <dgm:cxn modelId="{B1D6BFF4-2801-4A33-9AC3-E79A75F6F02C}" type="presOf" srcId="{9B08A61B-E7B5-4D2D-A732-B355E7DE964A}" destId="{14F81CE7-5EAF-4222-85C2-CA9FB863D9C4}" srcOrd="0" destOrd="0" presId="urn:microsoft.com/office/officeart/2005/8/layout/orgChart1"/>
    <dgm:cxn modelId="{FB8110E9-E5CE-4BFB-8665-3E03CAC87861}" type="presOf" srcId="{CBB8BAFF-EF79-477C-BA7F-EEB88F01DDD2}" destId="{F0D3ACCF-8440-45F4-AA36-9165B64F3B77}" srcOrd="1" destOrd="0" presId="urn:microsoft.com/office/officeart/2005/8/layout/orgChart1"/>
    <dgm:cxn modelId="{04A6DFF8-7EAC-40E2-934A-E978AD649446}" srcId="{30C07EF7-57ED-4250-B795-135C86E384D0}" destId="{384DBA0A-24FA-4D07-B557-64CBE543628E}" srcOrd="1" destOrd="0" parTransId="{B47D5D51-144F-4939-822D-184D719FC4D8}" sibTransId="{BD008AE8-A2C7-45E7-8B80-44420F871EDA}"/>
    <dgm:cxn modelId="{811B05BA-BAFC-4BA4-A36A-408BEF23490D}" type="presOf" srcId="{E354F5F9-1D9C-4B6A-9E4B-3AE3CAD52B6D}" destId="{F1368C55-B18A-4473-91F6-17DF04708C3E}" srcOrd="0" destOrd="0" presId="urn:microsoft.com/office/officeart/2005/8/layout/orgChart1"/>
    <dgm:cxn modelId="{975CA971-5E96-4549-8AD1-8E361C598C2C}" type="presOf" srcId="{0C8EB31E-070F-4D80-881E-D7F27492A773}" destId="{0899E656-3DAA-4E2E-8046-738799664983}" srcOrd="0" destOrd="0" presId="urn:microsoft.com/office/officeart/2005/8/layout/orgChart1"/>
    <dgm:cxn modelId="{71904708-570C-4820-8D08-505BAD6F3DDA}" type="presOf" srcId="{DAC69E91-0613-4999-AFAA-732052BC759E}" destId="{42FEB5B0-1D76-4367-B7F1-C15F56ED28E4}" srcOrd="1" destOrd="0" presId="urn:microsoft.com/office/officeart/2005/8/layout/orgChart1"/>
    <dgm:cxn modelId="{7AB535F2-DB42-4FD8-A0C7-F3D10185CBFA}" type="presOf" srcId="{96716523-DBC3-464D-B656-3D1EE227F3A8}" destId="{86B47626-737E-4CFA-937B-0811A832C540}" srcOrd="1" destOrd="0" presId="urn:microsoft.com/office/officeart/2005/8/layout/orgChart1"/>
    <dgm:cxn modelId="{BA161E6A-2D99-4474-9A70-A58EEF257F74}" type="presOf" srcId="{246EEBD5-71E4-425B-8B7F-9B5ED88E37B1}" destId="{AA7EEDFA-7D76-43FF-AC94-29AD3D681471}" srcOrd="0" destOrd="0" presId="urn:microsoft.com/office/officeart/2005/8/layout/orgChart1"/>
    <dgm:cxn modelId="{5105DDAF-114D-4D70-A310-50D80C13A9D0}" type="presOf" srcId="{30C07EF7-57ED-4250-B795-135C86E384D0}" destId="{72F6AD65-7EC3-4C92-9F1C-66047313E97F}" srcOrd="1" destOrd="0" presId="urn:microsoft.com/office/officeart/2005/8/layout/orgChart1"/>
    <dgm:cxn modelId="{80F16B91-9A89-4C04-BDA9-53E5B5C896DA}" type="presOf" srcId="{F45B4A23-5160-48E2-B05D-79220BE8E6A0}" destId="{D9E07E61-3F72-4B59-9172-EB9CEF90BD8C}" srcOrd="0" destOrd="0" presId="urn:microsoft.com/office/officeart/2005/8/layout/orgChart1"/>
    <dgm:cxn modelId="{228A0173-90B5-4E49-AD33-8E2FFA09CEC4}" type="presOf" srcId="{8ECE73B4-EA93-47B3-8EC2-F7ED692E3675}" destId="{F87D91D9-A2CC-4778-B63C-383E827BF3BF}" srcOrd="1" destOrd="0" presId="urn:microsoft.com/office/officeart/2005/8/layout/orgChart1"/>
    <dgm:cxn modelId="{C174D67D-4A38-4A5C-A242-F08AFA992923}" srcId="{FFAA1270-6D67-4A73-80EA-92F4965075CC}" destId="{A9686E81-75EC-47A4-9CFE-1E7874AB3096}" srcOrd="1" destOrd="0" parTransId="{9BA6F90E-4418-4FCF-B129-9AEFAEC24005}" sibTransId="{B53C528D-12F7-4EEC-98FC-570A7E2E8352}"/>
    <dgm:cxn modelId="{5B948ECA-39B7-4336-BED9-01024E0F21F9}" type="presOf" srcId="{DAC69E91-0613-4999-AFAA-732052BC759E}" destId="{B217E01A-AEA5-4335-9F18-1A7C6761C7D6}" srcOrd="0" destOrd="0" presId="urn:microsoft.com/office/officeart/2005/8/layout/orgChart1"/>
    <dgm:cxn modelId="{C3CF7BAD-DE9F-4598-AD25-74C5C93CD798}" srcId="{FFAA1270-6D67-4A73-80EA-92F4965075CC}" destId="{0C8EB31E-070F-4D80-881E-D7F27492A773}" srcOrd="2" destOrd="0" parTransId="{1A3EEF98-5B03-4B7F-946C-CA12D28266E5}" sibTransId="{EFB4F86F-F32E-4949-A8B6-E109F5922542}"/>
    <dgm:cxn modelId="{E93350C6-00C3-4844-A287-340EC12B88DD}" srcId="{30C07EF7-57ED-4250-B795-135C86E384D0}" destId="{FFAA1270-6D67-4A73-80EA-92F4965075CC}" srcOrd="0" destOrd="0" parTransId="{9B08A61B-E7B5-4D2D-A732-B355E7DE964A}" sibTransId="{4E9C4A2F-3C46-4116-B02E-27F1C03C765E}"/>
    <dgm:cxn modelId="{C8650865-1EEA-43EC-9387-BF49DFFE7B3C}" type="presOf" srcId="{48C667EF-B0F9-4132-AC9C-EF28F09048E7}" destId="{E8C728FD-73E8-4975-B433-C71EB0E70BCF}" srcOrd="1" destOrd="0" presId="urn:microsoft.com/office/officeart/2005/8/layout/orgChart1"/>
    <dgm:cxn modelId="{26B47C29-403E-4B73-8C2D-54529ABA2FD7}" type="presOf" srcId="{384DBA0A-24FA-4D07-B557-64CBE543628E}" destId="{667CB6C0-6565-4AD5-813A-D534ABD39159}" srcOrd="0" destOrd="0" presId="urn:microsoft.com/office/officeart/2005/8/layout/orgChart1"/>
    <dgm:cxn modelId="{0FFDEA7D-CE0E-4DE8-B223-3E1824AF139D}" type="presOf" srcId="{FFAA1270-6D67-4A73-80EA-92F4965075CC}" destId="{72B91CF1-7161-4B21-8EF7-A55AFE7AB578}" srcOrd="0" destOrd="0" presId="urn:microsoft.com/office/officeart/2005/8/layout/orgChart1"/>
    <dgm:cxn modelId="{F59C5B6C-C070-4CCA-856D-0DB582C8C53B}" srcId="{384DBA0A-24FA-4D07-B557-64CBE543628E}" destId="{DAC69E91-0613-4999-AFAA-732052BC759E}" srcOrd="0" destOrd="0" parTransId="{ADBFCB45-89E9-4965-B599-F7F718E283B7}" sibTransId="{B8BD8FAD-0500-4230-8EF8-0B6966A9CC32}"/>
    <dgm:cxn modelId="{64C7D91D-A2E4-40E2-A05E-EEDA79978A44}" srcId="{F45B4A23-5160-48E2-B05D-79220BE8E6A0}" destId="{8ECE73B4-EA93-47B3-8EC2-F7ED692E3675}" srcOrd="0" destOrd="0" parTransId="{7E6D309A-79CB-4C43-AE34-1521813852D1}" sibTransId="{EB2E925D-C33C-4151-A5DA-90C837B41953}"/>
    <dgm:cxn modelId="{317B2BB5-F667-42DA-947C-C5F24EADAC46}" srcId="{30C07EF7-57ED-4250-B795-135C86E384D0}" destId="{F45B4A23-5160-48E2-B05D-79220BE8E6A0}" srcOrd="2" destOrd="0" parTransId="{863A04C4-6207-46B3-8C8D-9F979BBF9A05}" sibTransId="{8D205E78-91B3-40A0-BDCE-2B3A30BC0A57}"/>
    <dgm:cxn modelId="{4CBD9CB6-7FB2-47C5-A73C-717D7842BA94}" type="presOf" srcId="{36750836-22B4-4EDC-A527-8AC476651D6A}" destId="{4FB00103-694E-47F9-AC7B-3CD2A641D1E8}" srcOrd="1" destOrd="0" presId="urn:microsoft.com/office/officeart/2005/8/layout/orgChart1"/>
    <dgm:cxn modelId="{D66D75DE-FDF2-4321-AD0E-68149C155D03}" type="presOf" srcId="{1A3EEF98-5B03-4B7F-946C-CA12D28266E5}" destId="{77279B7B-9EFD-4949-9243-AD2F969EFAF9}" srcOrd="0" destOrd="0" presId="urn:microsoft.com/office/officeart/2005/8/layout/orgChart1"/>
    <dgm:cxn modelId="{759FA2DA-1320-48FD-9D1A-60664B3110A1}" type="presOf" srcId="{384DBA0A-24FA-4D07-B557-64CBE543628E}" destId="{84304C50-FF9F-4566-8333-F1C14DBD4558}" srcOrd="1" destOrd="0" presId="urn:microsoft.com/office/officeart/2005/8/layout/orgChart1"/>
    <dgm:cxn modelId="{7E20E04C-8767-4280-A7CB-8951E0DF3B28}" type="presOf" srcId="{7E6D309A-79CB-4C43-AE34-1521813852D1}" destId="{24D76437-B1C4-4E26-A1A8-4E865A36D496}" srcOrd="0" destOrd="0" presId="urn:microsoft.com/office/officeart/2005/8/layout/orgChart1"/>
    <dgm:cxn modelId="{E950684E-B597-4450-A46C-F77DFC37CD1D}" type="presOf" srcId="{CBB8BAFF-EF79-477C-BA7F-EEB88F01DDD2}" destId="{E71D76A0-C923-45D2-899F-8B39C8E69124}" srcOrd="0" destOrd="0" presId="urn:microsoft.com/office/officeart/2005/8/layout/orgChart1"/>
    <dgm:cxn modelId="{0E440184-A53C-466A-B7DD-374784BC5A9C}" type="presOf" srcId="{A9686E81-75EC-47A4-9CFE-1E7874AB3096}" destId="{4F894A30-1889-4408-9162-B22AA29B107F}" srcOrd="1" destOrd="0" presId="urn:microsoft.com/office/officeart/2005/8/layout/orgChart1"/>
    <dgm:cxn modelId="{A747BADC-548C-465E-A193-3F52F286C69A}" type="presOf" srcId="{774E6DD1-0D79-4D97-BCFB-2759F5D83305}" destId="{FE256B6E-EEBE-41D2-9101-E05A7CB9F3E2}" srcOrd="0" destOrd="0" presId="urn:microsoft.com/office/officeart/2005/8/layout/orgChart1"/>
    <dgm:cxn modelId="{BB7987DB-A79E-489E-BCF7-C08B972660A8}" type="presOf" srcId="{9BA6F90E-4418-4FCF-B129-9AEFAEC24005}" destId="{4BDA6EB8-A71D-4444-B940-83DBAAF3A190}" srcOrd="0" destOrd="0" presId="urn:microsoft.com/office/officeart/2005/8/layout/orgChart1"/>
    <dgm:cxn modelId="{BF6FE40B-D9E3-421D-B822-3E3639ED10BD}" type="presParOf" srcId="{60F7423D-974F-413D-BDAD-007ECC5E4356}" destId="{25F5FF24-50F0-45A1-8114-9BCF3B439E64}" srcOrd="0" destOrd="0" presId="urn:microsoft.com/office/officeart/2005/8/layout/orgChart1"/>
    <dgm:cxn modelId="{9B07C564-6CCC-4FB5-8D75-8858E4AC3CF3}" type="presParOf" srcId="{25F5FF24-50F0-45A1-8114-9BCF3B439E64}" destId="{2A31A118-8A23-4C7F-92B0-6FBA05C63FFF}" srcOrd="0" destOrd="0" presId="urn:microsoft.com/office/officeart/2005/8/layout/orgChart1"/>
    <dgm:cxn modelId="{51E05D39-CD56-4D0E-8755-22385FC745BF}" type="presParOf" srcId="{2A31A118-8A23-4C7F-92B0-6FBA05C63FFF}" destId="{5E0D3B8B-77DF-40DC-8C6C-1E2B3F380D7E}" srcOrd="0" destOrd="0" presId="urn:microsoft.com/office/officeart/2005/8/layout/orgChart1"/>
    <dgm:cxn modelId="{1B81F06B-A5F5-402F-8A29-8AD5A270C789}" type="presParOf" srcId="{2A31A118-8A23-4C7F-92B0-6FBA05C63FFF}" destId="{72F6AD65-7EC3-4C92-9F1C-66047313E97F}" srcOrd="1" destOrd="0" presId="urn:microsoft.com/office/officeart/2005/8/layout/orgChart1"/>
    <dgm:cxn modelId="{24512946-FAFA-4E74-AE55-930BFF1A0CDF}" type="presParOf" srcId="{25F5FF24-50F0-45A1-8114-9BCF3B439E64}" destId="{D2B17DB4-F450-49F1-BA87-FC0828A920F4}" srcOrd="1" destOrd="0" presId="urn:microsoft.com/office/officeart/2005/8/layout/orgChart1"/>
    <dgm:cxn modelId="{2E6A9776-CA8C-46F9-B865-0171C71B3EB6}" type="presParOf" srcId="{D2B17DB4-F450-49F1-BA87-FC0828A920F4}" destId="{14F81CE7-5EAF-4222-85C2-CA9FB863D9C4}" srcOrd="0" destOrd="0" presId="urn:microsoft.com/office/officeart/2005/8/layout/orgChart1"/>
    <dgm:cxn modelId="{39A4AE7B-804F-4067-86CB-4C752F1AC247}" type="presParOf" srcId="{D2B17DB4-F450-49F1-BA87-FC0828A920F4}" destId="{16EC7DBA-0427-4F7D-BD52-A226629769E2}" srcOrd="1" destOrd="0" presId="urn:microsoft.com/office/officeart/2005/8/layout/orgChart1"/>
    <dgm:cxn modelId="{4F2725C0-4B5D-4E33-90AC-620424480161}" type="presParOf" srcId="{16EC7DBA-0427-4F7D-BD52-A226629769E2}" destId="{BB014FCE-F9D1-4455-8292-DB660E678942}" srcOrd="0" destOrd="0" presId="urn:microsoft.com/office/officeart/2005/8/layout/orgChart1"/>
    <dgm:cxn modelId="{79C383C2-5FB6-48A3-A78E-EC8497EE571A}" type="presParOf" srcId="{BB014FCE-F9D1-4455-8292-DB660E678942}" destId="{72B91CF1-7161-4B21-8EF7-A55AFE7AB578}" srcOrd="0" destOrd="0" presId="urn:microsoft.com/office/officeart/2005/8/layout/orgChart1"/>
    <dgm:cxn modelId="{81C91941-A84C-4E71-A479-8B3A07B6F8F9}" type="presParOf" srcId="{BB014FCE-F9D1-4455-8292-DB660E678942}" destId="{3A4A2AE2-B978-4179-B315-3F92C8CDEE58}" srcOrd="1" destOrd="0" presId="urn:microsoft.com/office/officeart/2005/8/layout/orgChart1"/>
    <dgm:cxn modelId="{A1CA07A4-638C-478C-84AF-512CBBF04749}" type="presParOf" srcId="{16EC7DBA-0427-4F7D-BD52-A226629769E2}" destId="{55A8AC32-985C-48E0-B618-A887D86275B1}" srcOrd="1" destOrd="0" presId="urn:microsoft.com/office/officeart/2005/8/layout/orgChart1"/>
    <dgm:cxn modelId="{061C4220-4243-4BFF-AE55-F1CB91BC156C}" type="presParOf" srcId="{55A8AC32-985C-48E0-B618-A887D86275B1}" destId="{F1368C55-B18A-4473-91F6-17DF04708C3E}" srcOrd="0" destOrd="0" presId="urn:microsoft.com/office/officeart/2005/8/layout/orgChart1"/>
    <dgm:cxn modelId="{F414EA2B-2451-4203-833D-650F5590B5A9}" type="presParOf" srcId="{55A8AC32-985C-48E0-B618-A887D86275B1}" destId="{8A3616B8-253D-4221-996F-C8C96A3F851B}" srcOrd="1" destOrd="0" presId="urn:microsoft.com/office/officeart/2005/8/layout/orgChart1"/>
    <dgm:cxn modelId="{4B4A9A6E-6F89-484E-B81F-8ADA3B30C67C}" type="presParOf" srcId="{8A3616B8-253D-4221-996F-C8C96A3F851B}" destId="{A15752D1-94AE-4CDC-A4C4-697CC66EAFF8}" srcOrd="0" destOrd="0" presId="urn:microsoft.com/office/officeart/2005/8/layout/orgChart1"/>
    <dgm:cxn modelId="{970CB2BE-20D5-4768-97C3-00AFEBED9187}" type="presParOf" srcId="{A15752D1-94AE-4CDC-A4C4-697CC66EAFF8}" destId="{E71D76A0-C923-45D2-899F-8B39C8E69124}" srcOrd="0" destOrd="0" presId="urn:microsoft.com/office/officeart/2005/8/layout/orgChart1"/>
    <dgm:cxn modelId="{451EE1AF-E9E5-42E8-A5B2-6D69883331B4}" type="presParOf" srcId="{A15752D1-94AE-4CDC-A4C4-697CC66EAFF8}" destId="{F0D3ACCF-8440-45F4-AA36-9165B64F3B77}" srcOrd="1" destOrd="0" presId="urn:microsoft.com/office/officeart/2005/8/layout/orgChart1"/>
    <dgm:cxn modelId="{B45B72C9-2A32-48D9-9475-A4722D212741}" type="presParOf" srcId="{8A3616B8-253D-4221-996F-C8C96A3F851B}" destId="{D3910498-A949-42B8-BB5B-20FBD3AFA7D1}" srcOrd="1" destOrd="0" presId="urn:microsoft.com/office/officeart/2005/8/layout/orgChart1"/>
    <dgm:cxn modelId="{B4F19653-052D-47F3-B70F-1691ED55C019}" type="presParOf" srcId="{8A3616B8-253D-4221-996F-C8C96A3F851B}" destId="{93D29F50-62F7-4FB3-B613-C44393822EDF}" srcOrd="2" destOrd="0" presId="urn:microsoft.com/office/officeart/2005/8/layout/orgChart1"/>
    <dgm:cxn modelId="{11ED9CF0-D1EA-48D5-AD13-A25DF73F2D80}" type="presParOf" srcId="{55A8AC32-985C-48E0-B618-A887D86275B1}" destId="{4BDA6EB8-A71D-4444-B940-83DBAAF3A190}" srcOrd="2" destOrd="0" presId="urn:microsoft.com/office/officeart/2005/8/layout/orgChart1"/>
    <dgm:cxn modelId="{404C26CC-F4DE-48FB-96A1-F7FA38A3596C}" type="presParOf" srcId="{55A8AC32-985C-48E0-B618-A887D86275B1}" destId="{AFF16011-0F69-44D1-9086-707FD7251F6A}" srcOrd="3" destOrd="0" presId="urn:microsoft.com/office/officeart/2005/8/layout/orgChart1"/>
    <dgm:cxn modelId="{B8A76C8B-5990-4A56-93B6-CFDA9D06D766}" type="presParOf" srcId="{AFF16011-0F69-44D1-9086-707FD7251F6A}" destId="{7B77A308-1771-4C10-B881-FE5EF7B8747D}" srcOrd="0" destOrd="0" presId="urn:microsoft.com/office/officeart/2005/8/layout/orgChart1"/>
    <dgm:cxn modelId="{09E55A4C-9F80-494F-85E4-3819A64E44D4}" type="presParOf" srcId="{7B77A308-1771-4C10-B881-FE5EF7B8747D}" destId="{72F7ABD0-7DE5-4FFF-AF94-0DB673DE9BD7}" srcOrd="0" destOrd="0" presId="urn:microsoft.com/office/officeart/2005/8/layout/orgChart1"/>
    <dgm:cxn modelId="{2675DAD7-003F-4298-A5A8-9757B2C15C9E}" type="presParOf" srcId="{7B77A308-1771-4C10-B881-FE5EF7B8747D}" destId="{4F894A30-1889-4408-9162-B22AA29B107F}" srcOrd="1" destOrd="0" presId="urn:microsoft.com/office/officeart/2005/8/layout/orgChart1"/>
    <dgm:cxn modelId="{0211C1FF-4585-40D0-9E8B-02E50BCF3113}" type="presParOf" srcId="{AFF16011-0F69-44D1-9086-707FD7251F6A}" destId="{E460D4A7-B102-4879-9A99-D711EB9B9CF6}" srcOrd="1" destOrd="0" presId="urn:microsoft.com/office/officeart/2005/8/layout/orgChart1"/>
    <dgm:cxn modelId="{753E4E75-4661-499F-94BB-CB4F7EA3F323}" type="presParOf" srcId="{AFF16011-0F69-44D1-9086-707FD7251F6A}" destId="{31E45BC8-0C69-40FA-BD4D-7E2E972B415F}" srcOrd="2" destOrd="0" presId="urn:microsoft.com/office/officeart/2005/8/layout/orgChart1"/>
    <dgm:cxn modelId="{93249F4C-CD2F-414A-85F9-CA36A01A237B}" type="presParOf" srcId="{55A8AC32-985C-48E0-B618-A887D86275B1}" destId="{77279B7B-9EFD-4949-9243-AD2F969EFAF9}" srcOrd="4" destOrd="0" presId="urn:microsoft.com/office/officeart/2005/8/layout/orgChart1"/>
    <dgm:cxn modelId="{A44FE54B-17AF-4C95-9EC4-A0CF2CDBCE9D}" type="presParOf" srcId="{55A8AC32-985C-48E0-B618-A887D86275B1}" destId="{00F669B0-8BA6-43D1-9C03-E62721E8C3A9}" srcOrd="5" destOrd="0" presId="urn:microsoft.com/office/officeart/2005/8/layout/orgChart1"/>
    <dgm:cxn modelId="{15373BCB-F932-4E60-AEF0-A8B2F11C1193}" type="presParOf" srcId="{00F669B0-8BA6-43D1-9C03-E62721E8C3A9}" destId="{4D46340E-BFB9-412E-9680-73ACBEBF17D1}" srcOrd="0" destOrd="0" presId="urn:microsoft.com/office/officeart/2005/8/layout/orgChart1"/>
    <dgm:cxn modelId="{797C7756-A751-4781-86AD-3F9A33EFD7D4}" type="presParOf" srcId="{4D46340E-BFB9-412E-9680-73ACBEBF17D1}" destId="{0899E656-3DAA-4E2E-8046-738799664983}" srcOrd="0" destOrd="0" presId="urn:microsoft.com/office/officeart/2005/8/layout/orgChart1"/>
    <dgm:cxn modelId="{C1FD24BF-DE29-44E0-B107-BB895FF13C5C}" type="presParOf" srcId="{4D46340E-BFB9-412E-9680-73ACBEBF17D1}" destId="{4C2FF6F4-7252-4C44-B3D8-74CE3F04DC2E}" srcOrd="1" destOrd="0" presId="urn:microsoft.com/office/officeart/2005/8/layout/orgChart1"/>
    <dgm:cxn modelId="{4DD0DD14-F2FC-4AAC-997A-4955EB61F4C1}" type="presParOf" srcId="{00F669B0-8BA6-43D1-9C03-E62721E8C3A9}" destId="{B5043DBB-B3E1-4D33-ADDC-4AC0C3277345}" srcOrd="1" destOrd="0" presId="urn:microsoft.com/office/officeart/2005/8/layout/orgChart1"/>
    <dgm:cxn modelId="{611E82E0-5FD3-46FE-BABC-5B7A926A06EB}" type="presParOf" srcId="{00F669B0-8BA6-43D1-9C03-E62721E8C3A9}" destId="{1AD9F719-F712-4800-AB05-46D2DBB55989}" srcOrd="2" destOrd="0" presId="urn:microsoft.com/office/officeart/2005/8/layout/orgChart1"/>
    <dgm:cxn modelId="{18667F82-C5D2-44D9-B33B-D8D9EC952950}" type="presParOf" srcId="{16EC7DBA-0427-4F7D-BD52-A226629769E2}" destId="{E4CEC0EF-DF2D-4FDA-B4D1-1588F8D7640A}" srcOrd="2" destOrd="0" presId="urn:microsoft.com/office/officeart/2005/8/layout/orgChart1"/>
    <dgm:cxn modelId="{E586B9BE-24E1-4ADE-BE4F-36DEB1486684}" type="presParOf" srcId="{D2B17DB4-F450-49F1-BA87-FC0828A920F4}" destId="{C65F9734-5876-436E-A803-EBD12390F0C8}" srcOrd="2" destOrd="0" presId="urn:microsoft.com/office/officeart/2005/8/layout/orgChart1"/>
    <dgm:cxn modelId="{686F7F0D-83B7-4683-B667-9D3E2A40AFBB}" type="presParOf" srcId="{D2B17DB4-F450-49F1-BA87-FC0828A920F4}" destId="{4EA65949-326C-4DC1-A810-D27B8EC70B07}" srcOrd="3" destOrd="0" presId="urn:microsoft.com/office/officeart/2005/8/layout/orgChart1"/>
    <dgm:cxn modelId="{6534B8EC-09D6-4A42-9517-3288BD242F84}" type="presParOf" srcId="{4EA65949-326C-4DC1-A810-D27B8EC70B07}" destId="{5EDC20A4-46F2-449E-8034-8C6F19793642}" srcOrd="0" destOrd="0" presId="urn:microsoft.com/office/officeart/2005/8/layout/orgChart1"/>
    <dgm:cxn modelId="{3F53F3EC-93EA-4808-B28B-FFFF948A498F}" type="presParOf" srcId="{5EDC20A4-46F2-449E-8034-8C6F19793642}" destId="{667CB6C0-6565-4AD5-813A-D534ABD39159}" srcOrd="0" destOrd="0" presId="urn:microsoft.com/office/officeart/2005/8/layout/orgChart1"/>
    <dgm:cxn modelId="{3706FC78-BD7B-47FC-89E2-1255486C4420}" type="presParOf" srcId="{5EDC20A4-46F2-449E-8034-8C6F19793642}" destId="{84304C50-FF9F-4566-8333-F1C14DBD4558}" srcOrd="1" destOrd="0" presId="urn:microsoft.com/office/officeart/2005/8/layout/orgChart1"/>
    <dgm:cxn modelId="{DEB88731-B97D-4455-B4E4-3D98F021DBC8}" type="presParOf" srcId="{4EA65949-326C-4DC1-A810-D27B8EC70B07}" destId="{DE145A04-D953-44E9-AB89-99A7929EB078}" srcOrd="1" destOrd="0" presId="urn:microsoft.com/office/officeart/2005/8/layout/orgChart1"/>
    <dgm:cxn modelId="{1796D381-1727-4F64-AE11-297380C64804}" type="presParOf" srcId="{DE145A04-D953-44E9-AB89-99A7929EB078}" destId="{9316EB06-2157-456B-957F-C49D7C28B376}" srcOrd="0" destOrd="0" presId="urn:microsoft.com/office/officeart/2005/8/layout/orgChart1"/>
    <dgm:cxn modelId="{398427BF-3FFB-4E5C-BE5C-F812291D2E22}" type="presParOf" srcId="{DE145A04-D953-44E9-AB89-99A7929EB078}" destId="{9A0ED9B3-6D75-40AE-81DF-9041F6E2DCBC}" srcOrd="1" destOrd="0" presId="urn:microsoft.com/office/officeart/2005/8/layout/orgChart1"/>
    <dgm:cxn modelId="{75468FE9-A80B-430F-BD8E-1A89AB278CDB}" type="presParOf" srcId="{9A0ED9B3-6D75-40AE-81DF-9041F6E2DCBC}" destId="{C95C3E24-B1C9-4683-811A-ED174125B8A6}" srcOrd="0" destOrd="0" presId="urn:microsoft.com/office/officeart/2005/8/layout/orgChart1"/>
    <dgm:cxn modelId="{1438C720-2F52-49F5-B19B-E8C5109CE329}" type="presParOf" srcId="{C95C3E24-B1C9-4683-811A-ED174125B8A6}" destId="{B217E01A-AEA5-4335-9F18-1A7C6761C7D6}" srcOrd="0" destOrd="0" presId="urn:microsoft.com/office/officeart/2005/8/layout/orgChart1"/>
    <dgm:cxn modelId="{554DB50D-3517-40A4-B006-A76124EA9B5C}" type="presParOf" srcId="{C95C3E24-B1C9-4683-811A-ED174125B8A6}" destId="{42FEB5B0-1D76-4367-B7F1-C15F56ED28E4}" srcOrd="1" destOrd="0" presId="urn:microsoft.com/office/officeart/2005/8/layout/orgChart1"/>
    <dgm:cxn modelId="{7D31A651-EA3E-4D90-9A68-98C4F87031D0}" type="presParOf" srcId="{9A0ED9B3-6D75-40AE-81DF-9041F6E2DCBC}" destId="{753D1BD4-6594-4B3C-8F7C-985198B58796}" srcOrd="1" destOrd="0" presId="urn:microsoft.com/office/officeart/2005/8/layout/orgChart1"/>
    <dgm:cxn modelId="{27A0D1C8-6ECF-4025-BEDC-CB046192A7FC}" type="presParOf" srcId="{9A0ED9B3-6D75-40AE-81DF-9041F6E2DCBC}" destId="{11968861-D99C-443F-A04E-8E8DCA60B1A0}" srcOrd="2" destOrd="0" presId="urn:microsoft.com/office/officeart/2005/8/layout/orgChart1"/>
    <dgm:cxn modelId="{5E26AEA5-6889-4ACB-9A53-03A4261A76C2}" type="presParOf" srcId="{DE145A04-D953-44E9-AB89-99A7929EB078}" destId="{3E4EE682-9705-4F86-87F2-96479BB4CF23}" srcOrd="2" destOrd="0" presId="urn:microsoft.com/office/officeart/2005/8/layout/orgChart1"/>
    <dgm:cxn modelId="{C103E7DA-289C-4E93-BC83-527481BD5A5C}" type="presParOf" srcId="{DE145A04-D953-44E9-AB89-99A7929EB078}" destId="{9A80F554-A3FF-448E-A0D6-AB99D85B37B9}" srcOrd="3" destOrd="0" presId="urn:microsoft.com/office/officeart/2005/8/layout/orgChart1"/>
    <dgm:cxn modelId="{A07DE5DB-072C-4770-9B96-1FDD3F4FA606}" type="presParOf" srcId="{9A80F554-A3FF-448E-A0D6-AB99D85B37B9}" destId="{71282B29-7CAB-454D-AFA9-74EBF1BBB5AA}" srcOrd="0" destOrd="0" presId="urn:microsoft.com/office/officeart/2005/8/layout/orgChart1"/>
    <dgm:cxn modelId="{D1595CB5-4AEC-4890-A408-5F1A0022D660}" type="presParOf" srcId="{71282B29-7CAB-454D-AFA9-74EBF1BBB5AA}" destId="{20C88D64-9383-49FD-8BB7-6C7920D27996}" srcOrd="0" destOrd="0" presId="urn:microsoft.com/office/officeart/2005/8/layout/orgChart1"/>
    <dgm:cxn modelId="{588E0A43-5D12-41E1-9AC4-CF918E3BC889}" type="presParOf" srcId="{71282B29-7CAB-454D-AFA9-74EBF1BBB5AA}" destId="{60F3C63D-3EAD-4256-B9F7-A05A32F6CB40}" srcOrd="1" destOrd="0" presId="urn:microsoft.com/office/officeart/2005/8/layout/orgChart1"/>
    <dgm:cxn modelId="{67252635-2877-4BB4-B7B1-6FFC4FBA0BA6}" type="presParOf" srcId="{9A80F554-A3FF-448E-A0D6-AB99D85B37B9}" destId="{5D64760A-962D-48E8-B082-B40BB2DC192F}" srcOrd="1" destOrd="0" presId="urn:microsoft.com/office/officeart/2005/8/layout/orgChart1"/>
    <dgm:cxn modelId="{CAD92727-AC64-494A-A01D-84151F794BCB}" type="presParOf" srcId="{9A80F554-A3FF-448E-A0D6-AB99D85B37B9}" destId="{7124BC1E-C699-49FF-966A-7E25EF24BE54}" srcOrd="2" destOrd="0" presId="urn:microsoft.com/office/officeart/2005/8/layout/orgChart1"/>
    <dgm:cxn modelId="{1D50E380-535E-436A-9E02-A3FC17DE5312}" type="presParOf" srcId="{DE145A04-D953-44E9-AB89-99A7929EB078}" destId="{AA7EEDFA-7D76-43FF-AC94-29AD3D681471}" srcOrd="4" destOrd="0" presId="urn:microsoft.com/office/officeart/2005/8/layout/orgChart1"/>
    <dgm:cxn modelId="{73FEB8E3-2A2E-45E0-8BE1-E0C35D9F9220}" type="presParOf" srcId="{DE145A04-D953-44E9-AB89-99A7929EB078}" destId="{D6E7754D-E5E5-4D3B-88E4-A5B857A6CAAC}" srcOrd="5" destOrd="0" presId="urn:microsoft.com/office/officeart/2005/8/layout/orgChart1"/>
    <dgm:cxn modelId="{5D015CFD-1552-4BA3-95F9-980C4EE7D486}" type="presParOf" srcId="{D6E7754D-E5E5-4D3B-88E4-A5B857A6CAAC}" destId="{70385958-0756-472E-97FA-43EE3409AC9D}" srcOrd="0" destOrd="0" presId="urn:microsoft.com/office/officeart/2005/8/layout/orgChart1"/>
    <dgm:cxn modelId="{AE6AD136-12E7-4B55-B22A-32E7695658E4}" type="presParOf" srcId="{70385958-0756-472E-97FA-43EE3409AC9D}" destId="{8D3692A3-7C3F-41F9-9536-4075DABC9DDB}" srcOrd="0" destOrd="0" presId="urn:microsoft.com/office/officeart/2005/8/layout/orgChart1"/>
    <dgm:cxn modelId="{0CFAA536-D2BB-41B4-9B93-5DD802468351}" type="presParOf" srcId="{70385958-0756-472E-97FA-43EE3409AC9D}" destId="{E8C728FD-73E8-4975-B433-C71EB0E70BCF}" srcOrd="1" destOrd="0" presId="urn:microsoft.com/office/officeart/2005/8/layout/orgChart1"/>
    <dgm:cxn modelId="{37EDF428-12E2-4F1A-AFA1-13E171552148}" type="presParOf" srcId="{D6E7754D-E5E5-4D3B-88E4-A5B857A6CAAC}" destId="{415FA978-D749-4C89-8082-E4AE80E79DAB}" srcOrd="1" destOrd="0" presId="urn:microsoft.com/office/officeart/2005/8/layout/orgChart1"/>
    <dgm:cxn modelId="{2D7C1DAB-194D-4382-B3B1-F240611B6F64}" type="presParOf" srcId="{D6E7754D-E5E5-4D3B-88E4-A5B857A6CAAC}" destId="{912ECF0D-50E6-4C45-BF7A-3FC00D450383}" srcOrd="2" destOrd="0" presId="urn:microsoft.com/office/officeart/2005/8/layout/orgChart1"/>
    <dgm:cxn modelId="{D02583C8-A118-4EE6-B55F-603C6106C856}" type="presParOf" srcId="{4EA65949-326C-4DC1-A810-D27B8EC70B07}" destId="{BEDF29B7-D0B3-4C49-A78A-BF4A3180527C}" srcOrd="2" destOrd="0" presId="urn:microsoft.com/office/officeart/2005/8/layout/orgChart1"/>
    <dgm:cxn modelId="{8E4C7965-0430-4967-92FE-48739DF8BBBD}" type="presParOf" srcId="{D2B17DB4-F450-49F1-BA87-FC0828A920F4}" destId="{CFB47309-B816-4314-8EAB-FF38977E96E2}" srcOrd="4" destOrd="0" presId="urn:microsoft.com/office/officeart/2005/8/layout/orgChart1"/>
    <dgm:cxn modelId="{58710DC3-74A0-42EE-A6C4-6287EE55B5D5}" type="presParOf" srcId="{D2B17DB4-F450-49F1-BA87-FC0828A920F4}" destId="{8485C17F-F03D-4628-B122-3D8796D5D2C4}" srcOrd="5" destOrd="0" presId="urn:microsoft.com/office/officeart/2005/8/layout/orgChart1"/>
    <dgm:cxn modelId="{9CC82C13-64F3-472C-A181-3143213245CC}" type="presParOf" srcId="{8485C17F-F03D-4628-B122-3D8796D5D2C4}" destId="{4F7BDDDC-47D7-415C-96E4-943E6C84F9DA}" srcOrd="0" destOrd="0" presId="urn:microsoft.com/office/officeart/2005/8/layout/orgChart1"/>
    <dgm:cxn modelId="{1201AFC4-4014-4BE7-909C-27DF6A9BE5CE}" type="presParOf" srcId="{4F7BDDDC-47D7-415C-96E4-943E6C84F9DA}" destId="{D9E07E61-3F72-4B59-9172-EB9CEF90BD8C}" srcOrd="0" destOrd="0" presId="urn:microsoft.com/office/officeart/2005/8/layout/orgChart1"/>
    <dgm:cxn modelId="{A039A4AE-1F6E-410A-A124-AE8FEB56222B}" type="presParOf" srcId="{4F7BDDDC-47D7-415C-96E4-943E6C84F9DA}" destId="{FEDFACBC-81BB-45B5-BE07-A52D262E1373}" srcOrd="1" destOrd="0" presId="urn:microsoft.com/office/officeart/2005/8/layout/orgChart1"/>
    <dgm:cxn modelId="{45DDC19A-7509-4B94-8E57-C9058C092368}" type="presParOf" srcId="{8485C17F-F03D-4628-B122-3D8796D5D2C4}" destId="{A989CD9A-F1B0-4601-8D90-9F8EC2CE2AEF}" srcOrd="1" destOrd="0" presId="urn:microsoft.com/office/officeart/2005/8/layout/orgChart1"/>
    <dgm:cxn modelId="{6389B315-C2A8-4601-AC25-DC8FF994227A}" type="presParOf" srcId="{A989CD9A-F1B0-4601-8D90-9F8EC2CE2AEF}" destId="{24D76437-B1C4-4E26-A1A8-4E865A36D496}" srcOrd="0" destOrd="0" presId="urn:microsoft.com/office/officeart/2005/8/layout/orgChart1"/>
    <dgm:cxn modelId="{1D570FB7-50F8-4092-B1C6-9A389E76BA2B}" type="presParOf" srcId="{A989CD9A-F1B0-4601-8D90-9F8EC2CE2AEF}" destId="{F1512D98-582F-4A73-A6AB-C0B3420A999D}" srcOrd="1" destOrd="0" presId="urn:microsoft.com/office/officeart/2005/8/layout/orgChart1"/>
    <dgm:cxn modelId="{C0077DEC-741B-48F5-B43B-FF3FCD2F44FE}" type="presParOf" srcId="{F1512D98-582F-4A73-A6AB-C0B3420A999D}" destId="{349D34DD-564A-4285-A9B8-15A2A4FAD750}" srcOrd="0" destOrd="0" presId="urn:microsoft.com/office/officeart/2005/8/layout/orgChart1"/>
    <dgm:cxn modelId="{01B9E408-D417-4F3F-B212-53368D2EC224}" type="presParOf" srcId="{349D34DD-564A-4285-A9B8-15A2A4FAD750}" destId="{C4110DA1-8F2D-4D47-8B4E-6A26CEFCE751}" srcOrd="0" destOrd="0" presId="urn:microsoft.com/office/officeart/2005/8/layout/orgChart1"/>
    <dgm:cxn modelId="{923AEB2F-082D-4ACA-89F3-1F3FC3C156E8}" type="presParOf" srcId="{349D34DD-564A-4285-A9B8-15A2A4FAD750}" destId="{F87D91D9-A2CC-4778-B63C-383E827BF3BF}" srcOrd="1" destOrd="0" presId="urn:microsoft.com/office/officeart/2005/8/layout/orgChart1"/>
    <dgm:cxn modelId="{88E9FCAC-B3D4-4B3B-9AEB-8A45BBA88A48}" type="presParOf" srcId="{F1512D98-582F-4A73-A6AB-C0B3420A999D}" destId="{081D5200-7F93-48A8-8662-A001DB71F6A8}" srcOrd="1" destOrd="0" presId="urn:microsoft.com/office/officeart/2005/8/layout/orgChart1"/>
    <dgm:cxn modelId="{98F5F424-7588-44EB-AE07-75E60B5DDB45}" type="presParOf" srcId="{F1512D98-582F-4A73-A6AB-C0B3420A999D}" destId="{12516E6B-5008-49CA-972E-0DA52E0350F5}" srcOrd="2" destOrd="0" presId="urn:microsoft.com/office/officeart/2005/8/layout/orgChart1"/>
    <dgm:cxn modelId="{123CD418-4DAA-4F8A-BED6-D7B9984BCD56}" type="presParOf" srcId="{A989CD9A-F1B0-4601-8D90-9F8EC2CE2AEF}" destId="{F6558E33-FDDF-4AF6-9FF2-7F28E3CA0FAA}" srcOrd="2" destOrd="0" presId="urn:microsoft.com/office/officeart/2005/8/layout/orgChart1"/>
    <dgm:cxn modelId="{2C539C9C-B9C2-4162-A68F-D000C43C5BAC}" type="presParOf" srcId="{A989CD9A-F1B0-4601-8D90-9F8EC2CE2AEF}" destId="{EA1A34BD-241E-4F26-9DD0-41509ABDCEB3}" srcOrd="3" destOrd="0" presId="urn:microsoft.com/office/officeart/2005/8/layout/orgChart1"/>
    <dgm:cxn modelId="{F3D549F4-07D0-4D5F-BC28-BE7BE86FFCB4}" type="presParOf" srcId="{EA1A34BD-241E-4F26-9DD0-41509ABDCEB3}" destId="{E9047C9A-A969-4BB5-943F-4406525E876C}" srcOrd="0" destOrd="0" presId="urn:microsoft.com/office/officeart/2005/8/layout/orgChart1"/>
    <dgm:cxn modelId="{0765378A-F732-42F3-A0D9-A4C0B4175F2C}" type="presParOf" srcId="{E9047C9A-A969-4BB5-943F-4406525E876C}" destId="{A896CA11-1BA3-4CD3-A263-EB01A713F19B}" srcOrd="0" destOrd="0" presId="urn:microsoft.com/office/officeart/2005/8/layout/orgChart1"/>
    <dgm:cxn modelId="{B0442A54-8BF9-4B89-9F5E-48E9BD675EBC}" type="presParOf" srcId="{E9047C9A-A969-4BB5-943F-4406525E876C}" destId="{86B47626-737E-4CFA-937B-0811A832C540}" srcOrd="1" destOrd="0" presId="urn:microsoft.com/office/officeart/2005/8/layout/orgChart1"/>
    <dgm:cxn modelId="{981B233D-DA7B-433C-9FC5-1EDD4585B18C}" type="presParOf" srcId="{EA1A34BD-241E-4F26-9DD0-41509ABDCEB3}" destId="{2D8886C3-2FB3-41C0-9003-34466AEC2346}" srcOrd="1" destOrd="0" presId="urn:microsoft.com/office/officeart/2005/8/layout/orgChart1"/>
    <dgm:cxn modelId="{37CF9C1D-7E04-4BD1-A2FD-B52ED5373AF3}" type="presParOf" srcId="{EA1A34BD-241E-4F26-9DD0-41509ABDCEB3}" destId="{E742612A-849F-4882-A9A3-D3182E94A05B}" srcOrd="2" destOrd="0" presId="urn:microsoft.com/office/officeart/2005/8/layout/orgChart1"/>
    <dgm:cxn modelId="{EA7685B5-89FF-41C8-9823-D7002E369FEB}" type="presParOf" srcId="{A989CD9A-F1B0-4601-8D90-9F8EC2CE2AEF}" destId="{FE256B6E-EEBE-41D2-9101-E05A7CB9F3E2}" srcOrd="4" destOrd="0" presId="urn:microsoft.com/office/officeart/2005/8/layout/orgChart1"/>
    <dgm:cxn modelId="{1ED1FB6C-880F-424D-B4B5-F1C24B5C5668}" type="presParOf" srcId="{A989CD9A-F1B0-4601-8D90-9F8EC2CE2AEF}" destId="{C006F113-0C87-408C-AB6D-DE6449485A6A}" srcOrd="5" destOrd="0" presId="urn:microsoft.com/office/officeart/2005/8/layout/orgChart1"/>
    <dgm:cxn modelId="{3C229BDA-1293-4EDF-ACB8-76722C821198}" type="presParOf" srcId="{C006F113-0C87-408C-AB6D-DE6449485A6A}" destId="{64EECA18-DC27-4F5B-86C8-2743581BD39C}" srcOrd="0" destOrd="0" presId="urn:microsoft.com/office/officeart/2005/8/layout/orgChart1"/>
    <dgm:cxn modelId="{376360F1-5275-4DBD-9F2E-B4552DAF43C1}" type="presParOf" srcId="{64EECA18-DC27-4F5B-86C8-2743581BD39C}" destId="{4DB9D100-0B2A-4E28-BED4-B0A7DEDF6428}" srcOrd="0" destOrd="0" presId="urn:microsoft.com/office/officeart/2005/8/layout/orgChart1"/>
    <dgm:cxn modelId="{15BD6C30-18E3-46FD-BA26-42C51D9A61E0}" type="presParOf" srcId="{64EECA18-DC27-4F5B-86C8-2743581BD39C}" destId="{4FB00103-694E-47F9-AC7B-3CD2A641D1E8}" srcOrd="1" destOrd="0" presId="urn:microsoft.com/office/officeart/2005/8/layout/orgChart1"/>
    <dgm:cxn modelId="{43A0FD31-C593-4996-94A6-653965DEF601}" type="presParOf" srcId="{C006F113-0C87-408C-AB6D-DE6449485A6A}" destId="{56582AE3-9D3A-4E94-BC2C-3D38BC06FEC5}" srcOrd="1" destOrd="0" presId="urn:microsoft.com/office/officeart/2005/8/layout/orgChart1"/>
    <dgm:cxn modelId="{9DF60C5E-9606-482B-BAE6-E39FFEEEBA0F}" type="presParOf" srcId="{C006F113-0C87-408C-AB6D-DE6449485A6A}" destId="{CDB8CAFB-732A-405F-B547-2C4D7E269960}" srcOrd="2" destOrd="0" presId="urn:microsoft.com/office/officeart/2005/8/layout/orgChart1"/>
    <dgm:cxn modelId="{8A81FE1A-2A0C-4118-9D20-03E05D1663F3}" type="presParOf" srcId="{8485C17F-F03D-4628-B122-3D8796D5D2C4}" destId="{A3DC562A-2AC6-4DD3-B82D-3CA0C539CFE8}" srcOrd="2" destOrd="0" presId="urn:microsoft.com/office/officeart/2005/8/layout/orgChart1"/>
    <dgm:cxn modelId="{8795E6A1-4196-40F6-872E-345495CBBEDB}" type="presParOf" srcId="{25F5FF24-50F0-45A1-8114-9BCF3B439E64}" destId="{7DD424A3-341E-41CA-96D2-09BD5DC48D7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06581-4C56-44ED-A48B-3E074D7D4A12}">
      <dsp:nvSpPr>
        <dsp:cNvPr id="0" name=""/>
        <dsp:cNvSpPr/>
      </dsp:nvSpPr>
      <dsp:spPr>
        <a:xfrm>
          <a:off x="3275351" y="449037"/>
          <a:ext cx="1623706" cy="1878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933"/>
              </a:lnTo>
              <a:lnTo>
                <a:pt x="1623706" y="93933"/>
              </a:lnTo>
              <a:lnTo>
                <a:pt x="1623706" y="187866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47309-B816-4314-8EAB-FF38977E96E2}">
      <dsp:nvSpPr>
        <dsp:cNvPr id="0" name=""/>
        <dsp:cNvSpPr/>
      </dsp:nvSpPr>
      <dsp:spPr>
        <a:xfrm>
          <a:off x="3275351" y="449037"/>
          <a:ext cx="541235" cy="1878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933"/>
              </a:lnTo>
              <a:lnTo>
                <a:pt x="541235" y="93933"/>
              </a:lnTo>
              <a:lnTo>
                <a:pt x="541235" y="187866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CE081-2EB4-4470-A212-4E366BFE9788}">
      <dsp:nvSpPr>
        <dsp:cNvPr id="0" name=""/>
        <dsp:cNvSpPr/>
      </dsp:nvSpPr>
      <dsp:spPr>
        <a:xfrm>
          <a:off x="2376274" y="1084206"/>
          <a:ext cx="134190" cy="2952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2194"/>
              </a:lnTo>
              <a:lnTo>
                <a:pt x="134190" y="2952194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A06A99-BE9C-488C-9739-6C7200CFCD42}">
      <dsp:nvSpPr>
        <dsp:cNvPr id="0" name=""/>
        <dsp:cNvSpPr/>
      </dsp:nvSpPr>
      <dsp:spPr>
        <a:xfrm>
          <a:off x="2376274" y="1084206"/>
          <a:ext cx="134190" cy="23170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7025"/>
              </a:lnTo>
              <a:lnTo>
                <a:pt x="134190" y="2317025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01BC3-C6F8-461E-A467-0572B8E9282E}">
      <dsp:nvSpPr>
        <dsp:cNvPr id="0" name=""/>
        <dsp:cNvSpPr/>
      </dsp:nvSpPr>
      <dsp:spPr>
        <a:xfrm>
          <a:off x="2376274" y="1084206"/>
          <a:ext cx="134190" cy="16818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856"/>
              </a:lnTo>
              <a:lnTo>
                <a:pt x="134190" y="1681856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DE6CB7-E671-45AF-93D2-29E696492A5E}">
      <dsp:nvSpPr>
        <dsp:cNvPr id="0" name=""/>
        <dsp:cNvSpPr/>
      </dsp:nvSpPr>
      <dsp:spPr>
        <a:xfrm>
          <a:off x="2376274" y="1084206"/>
          <a:ext cx="134190" cy="1046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6687"/>
              </a:lnTo>
              <a:lnTo>
                <a:pt x="134190" y="1046687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0114AB-EE54-4785-96EC-F90CA03D6BF9}">
      <dsp:nvSpPr>
        <dsp:cNvPr id="0" name=""/>
        <dsp:cNvSpPr/>
      </dsp:nvSpPr>
      <dsp:spPr>
        <a:xfrm>
          <a:off x="2376274" y="1084206"/>
          <a:ext cx="134190" cy="411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1518"/>
              </a:lnTo>
              <a:lnTo>
                <a:pt x="134190" y="411518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5F9734-5876-436E-A803-EBD12390F0C8}">
      <dsp:nvSpPr>
        <dsp:cNvPr id="0" name=""/>
        <dsp:cNvSpPr/>
      </dsp:nvSpPr>
      <dsp:spPr>
        <a:xfrm>
          <a:off x="2734115" y="449037"/>
          <a:ext cx="541235" cy="187866"/>
        </a:xfrm>
        <a:custGeom>
          <a:avLst/>
          <a:gdLst/>
          <a:ahLst/>
          <a:cxnLst/>
          <a:rect l="0" t="0" r="0" b="0"/>
          <a:pathLst>
            <a:path>
              <a:moveTo>
                <a:pt x="541235" y="0"/>
              </a:moveTo>
              <a:lnTo>
                <a:pt x="541235" y="93933"/>
              </a:lnTo>
              <a:lnTo>
                <a:pt x="0" y="93933"/>
              </a:lnTo>
              <a:lnTo>
                <a:pt x="0" y="187866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7A6187-E0DE-493B-B179-9949BC0E72C8}">
      <dsp:nvSpPr>
        <dsp:cNvPr id="0" name=""/>
        <dsp:cNvSpPr/>
      </dsp:nvSpPr>
      <dsp:spPr>
        <a:xfrm>
          <a:off x="1293802" y="1084206"/>
          <a:ext cx="134190" cy="2952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2194"/>
              </a:lnTo>
              <a:lnTo>
                <a:pt x="134190" y="2952194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04813-A54C-41B6-9525-68E5C5A1C90C}">
      <dsp:nvSpPr>
        <dsp:cNvPr id="0" name=""/>
        <dsp:cNvSpPr/>
      </dsp:nvSpPr>
      <dsp:spPr>
        <a:xfrm>
          <a:off x="1293802" y="1084206"/>
          <a:ext cx="134190" cy="23170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7025"/>
              </a:lnTo>
              <a:lnTo>
                <a:pt x="134190" y="2317025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C538A8-CA08-41E9-B550-B027C37CCE61}">
      <dsp:nvSpPr>
        <dsp:cNvPr id="0" name=""/>
        <dsp:cNvSpPr/>
      </dsp:nvSpPr>
      <dsp:spPr>
        <a:xfrm>
          <a:off x="1293802" y="1084206"/>
          <a:ext cx="134190" cy="16818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1856"/>
              </a:lnTo>
              <a:lnTo>
                <a:pt x="134190" y="1681856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A06C2-86DC-45E8-90A6-7A60CBBA6C8E}">
      <dsp:nvSpPr>
        <dsp:cNvPr id="0" name=""/>
        <dsp:cNvSpPr/>
      </dsp:nvSpPr>
      <dsp:spPr>
        <a:xfrm>
          <a:off x="1293802" y="1084206"/>
          <a:ext cx="134190" cy="1046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6687"/>
              </a:lnTo>
              <a:lnTo>
                <a:pt x="134190" y="1046687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182EA-ECDC-4447-AD3D-7A1E67E31D5D}">
      <dsp:nvSpPr>
        <dsp:cNvPr id="0" name=""/>
        <dsp:cNvSpPr/>
      </dsp:nvSpPr>
      <dsp:spPr>
        <a:xfrm>
          <a:off x="1293802" y="1084206"/>
          <a:ext cx="134190" cy="411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1518"/>
              </a:lnTo>
              <a:lnTo>
                <a:pt x="134190" y="411518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F81CE7-5EAF-4222-85C2-CA9FB863D9C4}">
      <dsp:nvSpPr>
        <dsp:cNvPr id="0" name=""/>
        <dsp:cNvSpPr/>
      </dsp:nvSpPr>
      <dsp:spPr>
        <a:xfrm>
          <a:off x="1651644" y="449037"/>
          <a:ext cx="1623706" cy="187866"/>
        </a:xfrm>
        <a:custGeom>
          <a:avLst/>
          <a:gdLst/>
          <a:ahLst/>
          <a:cxnLst/>
          <a:rect l="0" t="0" r="0" b="0"/>
          <a:pathLst>
            <a:path>
              <a:moveTo>
                <a:pt x="1623706" y="0"/>
              </a:moveTo>
              <a:lnTo>
                <a:pt x="1623706" y="93933"/>
              </a:lnTo>
              <a:lnTo>
                <a:pt x="0" y="93933"/>
              </a:lnTo>
              <a:lnTo>
                <a:pt x="0" y="187866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D3B8B-77DF-40DC-8C6C-1E2B3F380D7E}">
      <dsp:nvSpPr>
        <dsp:cNvPr id="0" name=""/>
        <dsp:cNvSpPr/>
      </dsp:nvSpPr>
      <dsp:spPr>
        <a:xfrm>
          <a:off x="2828049" y="1735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Total Weight</a:t>
          </a:r>
          <a:endParaRPr lang="en-US" sz="1000" kern="1200" dirty="0"/>
        </a:p>
      </dsp:txBody>
      <dsp:txXfrm>
        <a:off x="2828049" y="1735"/>
        <a:ext cx="894604" cy="447302"/>
      </dsp:txXfrm>
    </dsp:sp>
    <dsp:sp modelId="{72B91CF1-7161-4B21-8EF7-A55AFE7AB578}">
      <dsp:nvSpPr>
        <dsp:cNvPr id="0" name=""/>
        <dsp:cNvSpPr/>
      </dsp:nvSpPr>
      <dsp:spPr>
        <a:xfrm>
          <a:off x="1204342" y="636904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Ask for all inputs</a:t>
          </a:r>
          <a:endParaRPr lang="en-US" sz="1000" kern="1200" dirty="0"/>
        </a:p>
      </dsp:txBody>
      <dsp:txXfrm>
        <a:off x="1204342" y="636904"/>
        <a:ext cx="894604" cy="447302"/>
      </dsp:txXfrm>
    </dsp:sp>
    <dsp:sp modelId="{4DB07FE5-D9E9-4F4D-BFB9-EFFB997403B0}">
      <dsp:nvSpPr>
        <dsp:cNvPr id="0" name=""/>
        <dsp:cNvSpPr/>
      </dsp:nvSpPr>
      <dsp:spPr>
        <a:xfrm>
          <a:off x="1427993" y="1272073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qty?</a:t>
          </a:r>
          <a:endParaRPr lang="en-US" sz="1000" kern="1200" dirty="0"/>
        </a:p>
      </dsp:txBody>
      <dsp:txXfrm>
        <a:off x="1427993" y="1272073"/>
        <a:ext cx="894604" cy="447302"/>
      </dsp:txXfrm>
    </dsp:sp>
    <dsp:sp modelId="{91D15D18-51E9-4A83-9523-E81D4BDEA0B6}">
      <dsp:nvSpPr>
        <dsp:cNvPr id="0" name=""/>
        <dsp:cNvSpPr/>
      </dsp:nvSpPr>
      <dsp:spPr>
        <a:xfrm>
          <a:off x="1427993" y="1907242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density?</a:t>
          </a:r>
          <a:endParaRPr lang="en-US" sz="1000" kern="1200" dirty="0"/>
        </a:p>
      </dsp:txBody>
      <dsp:txXfrm>
        <a:off x="1427993" y="1907242"/>
        <a:ext cx="894604" cy="447302"/>
      </dsp:txXfrm>
    </dsp:sp>
    <dsp:sp modelId="{7A6E8CE1-D02B-4614-A14C-9D13AB507A07}">
      <dsp:nvSpPr>
        <dsp:cNvPr id="0" name=""/>
        <dsp:cNvSpPr/>
      </dsp:nvSpPr>
      <dsp:spPr>
        <a:xfrm>
          <a:off x="1427993" y="2542411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thickness?</a:t>
          </a:r>
          <a:endParaRPr lang="en-US" sz="1000" kern="1200" dirty="0"/>
        </a:p>
      </dsp:txBody>
      <dsp:txXfrm>
        <a:off x="1427993" y="2542411"/>
        <a:ext cx="894604" cy="447302"/>
      </dsp:txXfrm>
    </dsp:sp>
    <dsp:sp modelId="{B5D5662B-9CAE-45EF-B808-405CF51CEB70}">
      <dsp:nvSpPr>
        <dsp:cNvPr id="0" name=""/>
        <dsp:cNvSpPr/>
      </dsp:nvSpPr>
      <dsp:spPr>
        <a:xfrm>
          <a:off x="1427993" y="3177580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d1?</a:t>
          </a:r>
          <a:endParaRPr lang="en-US" sz="1000" kern="1200" dirty="0"/>
        </a:p>
      </dsp:txBody>
      <dsp:txXfrm>
        <a:off x="1427993" y="3177580"/>
        <a:ext cx="894604" cy="447302"/>
      </dsp:txXfrm>
    </dsp:sp>
    <dsp:sp modelId="{1B1271A3-DA09-42EE-8FA8-A53AB3819A0A}">
      <dsp:nvSpPr>
        <dsp:cNvPr id="0" name=""/>
        <dsp:cNvSpPr/>
      </dsp:nvSpPr>
      <dsp:spPr>
        <a:xfrm>
          <a:off x="1427993" y="3812749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d2?</a:t>
          </a:r>
          <a:endParaRPr lang="en-US" sz="1000" kern="1200" dirty="0"/>
        </a:p>
      </dsp:txBody>
      <dsp:txXfrm>
        <a:off x="1427993" y="3812749"/>
        <a:ext cx="894604" cy="447302"/>
      </dsp:txXfrm>
    </dsp:sp>
    <dsp:sp modelId="{667CB6C0-6565-4AD5-813A-D534ABD39159}">
      <dsp:nvSpPr>
        <dsp:cNvPr id="0" name=""/>
        <dsp:cNvSpPr/>
      </dsp:nvSpPr>
      <dsp:spPr>
        <a:xfrm>
          <a:off x="2286813" y="636904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Weight</a:t>
          </a:r>
          <a:endParaRPr lang="en-US" sz="1000" kern="1200" dirty="0"/>
        </a:p>
      </dsp:txBody>
      <dsp:txXfrm>
        <a:off x="2286813" y="636904"/>
        <a:ext cx="894604" cy="447302"/>
      </dsp:txXfrm>
    </dsp:sp>
    <dsp:sp modelId="{B33D72CE-EE4A-4E33-BB9B-A3FCEBFB1A1A}">
      <dsp:nvSpPr>
        <dsp:cNvPr id="0" name=""/>
        <dsp:cNvSpPr/>
      </dsp:nvSpPr>
      <dsp:spPr>
        <a:xfrm>
          <a:off x="2510464" y="1272073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hole area (use </a:t>
          </a:r>
          <a:r>
            <a:rPr lang="en-US" sz="1000" kern="1200" dirty="0" smtClean="0">
              <a:solidFill>
                <a:srgbClr val="FF0000"/>
              </a:solidFill>
            </a:rPr>
            <a:t>d1</a:t>
          </a:r>
          <a:r>
            <a:rPr lang="en-US" sz="1000" kern="1200" dirty="0" smtClean="0"/>
            <a:t>)</a:t>
          </a:r>
          <a:endParaRPr lang="en-US" sz="1000" kern="1200" dirty="0"/>
        </a:p>
      </dsp:txBody>
      <dsp:txXfrm>
        <a:off x="2510464" y="1272073"/>
        <a:ext cx="894604" cy="447302"/>
      </dsp:txXfrm>
    </dsp:sp>
    <dsp:sp modelId="{18CF5DAB-DFD6-4F28-AC86-0953E7AB68C4}">
      <dsp:nvSpPr>
        <dsp:cNvPr id="0" name=""/>
        <dsp:cNvSpPr/>
      </dsp:nvSpPr>
      <dsp:spPr>
        <a:xfrm>
          <a:off x="2510464" y="1907242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big circle area (use </a:t>
          </a:r>
          <a:r>
            <a:rPr lang="en-US" sz="1000" kern="1200" dirty="0" smtClean="0">
              <a:solidFill>
                <a:srgbClr val="FF0000"/>
              </a:solidFill>
            </a:rPr>
            <a:t>d2</a:t>
          </a:r>
          <a:r>
            <a:rPr lang="en-US" sz="1000" kern="1200" dirty="0" smtClean="0"/>
            <a:t>)</a:t>
          </a:r>
          <a:endParaRPr lang="en-US" sz="1000" kern="1200" dirty="0"/>
        </a:p>
      </dsp:txBody>
      <dsp:txXfrm>
        <a:off x="2510464" y="1907242"/>
        <a:ext cx="894604" cy="447302"/>
      </dsp:txXfrm>
    </dsp:sp>
    <dsp:sp modelId="{19D1A392-F393-4A23-B17D-1D1E8D0BE4C1}">
      <dsp:nvSpPr>
        <dsp:cNvPr id="0" name=""/>
        <dsp:cNvSpPr/>
      </dsp:nvSpPr>
      <dsp:spPr>
        <a:xfrm>
          <a:off x="2510464" y="2542411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rim area</a:t>
          </a:r>
          <a:endParaRPr lang="en-US" sz="1000" kern="1200" dirty="0"/>
        </a:p>
      </dsp:txBody>
      <dsp:txXfrm>
        <a:off x="2510464" y="2542411"/>
        <a:ext cx="894604" cy="447302"/>
      </dsp:txXfrm>
    </dsp:sp>
    <dsp:sp modelId="{78FE526B-0CB6-43BD-B0FC-9C152718FA53}">
      <dsp:nvSpPr>
        <dsp:cNvPr id="0" name=""/>
        <dsp:cNvSpPr/>
      </dsp:nvSpPr>
      <dsp:spPr>
        <a:xfrm>
          <a:off x="2510464" y="3177580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volume (use </a:t>
          </a:r>
          <a:r>
            <a:rPr lang="en-US" sz="1000" kern="1200" dirty="0" smtClean="0">
              <a:solidFill>
                <a:srgbClr val="FF0000"/>
              </a:solidFill>
            </a:rPr>
            <a:t>thickness</a:t>
          </a:r>
          <a:r>
            <a:rPr lang="en-US" sz="1000" kern="1200" dirty="0" smtClean="0"/>
            <a:t>)</a:t>
          </a:r>
          <a:endParaRPr lang="en-US" sz="1000" kern="1200" dirty="0"/>
        </a:p>
      </dsp:txBody>
      <dsp:txXfrm>
        <a:off x="2510464" y="3177580"/>
        <a:ext cx="894604" cy="447302"/>
      </dsp:txXfrm>
    </dsp:sp>
    <dsp:sp modelId="{271A19FD-ED49-485D-A275-CD8EAC61CE8F}">
      <dsp:nvSpPr>
        <dsp:cNvPr id="0" name=""/>
        <dsp:cNvSpPr/>
      </dsp:nvSpPr>
      <dsp:spPr>
        <a:xfrm>
          <a:off x="2510464" y="3812749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weight (use </a:t>
          </a:r>
          <a:r>
            <a:rPr lang="en-US" sz="1000" kern="1200" dirty="0" smtClean="0">
              <a:solidFill>
                <a:srgbClr val="FF0000"/>
              </a:solidFill>
            </a:rPr>
            <a:t>density</a:t>
          </a:r>
          <a:r>
            <a:rPr lang="en-US" sz="1000" kern="1200" dirty="0" smtClean="0"/>
            <a:t>)</a:t>
          </a:r>
          <a:endParaRPr lang="en-US" sz="1000" kern="1200" dirty="0"/>
        </a:p>
      </dsp:txBody>
      <dsp:txXfrm>
        <a:off x="2510464" y="3812749"/>
        <a:ext cx="894604" cy="447302"/>
      </dsp:txXfrm>
    </dsp:sp>
    <dsp:sp modelId="{D9E07E61-3F72-4B59-9172-EB9CEF90BD8C}">
      <dsp:nvSpPr>
        <dsp:cNvPr id="0" name=""/>
        <dsp:cNvSpPr/>
      </dsp:nvSpPr>
      <dsp:spPr>
        <a:xfrm>
          <a:off x="3369284" y="636904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Compute weight x </a:t>
          </a:r>
          <a:r>
            <a:rPr lang="en-US" sz="1000" kern="1200" dirty="0" smtClean="0">
              <a:solidFill>
                <a:srgbClr val="FF0000"/>
              </a:solidFill>
            </a:rPr>
            <a:t>qty</a:t>
          </a:r>
          <a:endParaRPr lang="en-US" sz="1000" kern="1200" dirty="0">
            <a:solidFill>
              <a:srgbClr val="FF0000"/>
            </a:solidFill>
          </a:endParaRPr>
        </a:p>
      </dsp:txBody>
      <dsp:txXfrm>
        <a:off x="3369284" y="636904"/>
        <a:ext cx="894604" cy="447302"/>
      </dsp:txXfrm>
    </dsp:sp>
    <dsp:sp modelId="{C4110DA1-8F2D-4D47-8B4E-6A26CEFCE751}">
      <dsp:nvSpPr>
        <dsp:cNvPr id="0" name=""/>
        <dsp:cNvSpPr/>
      </dsp:nvSpPr>
      <dsp:spPr>
        <a:xfrm>
          <a:off x="4451756" y="636904"/>
          <a:ext cx="894604" cy="44730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Output total weight</a:t>
          </a:r>
          <a:endParaRPr lang="en-US" sz="1000" kern="1200" dirty="0"/>
        </a:p>
      </dsp:txBody>
      <dsp:txXfrm>
        <a:off x="4451756" y="636904"/>
        <a:ext cx="894604" cy="447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06581-4C56-44ED-A48B-3E074D7D4A12}">
      <dsp:nvSpPr>
        <dsp:cNvPr id="0" name=""/>
        <dsp:cNvSpPr/>
      </dsp:nvSpPr>
      <dsp:spPr>
        <a:xfrm>
          <a:off x="3275351" y="1146577"/>
          <a:ext cx="2565275" cy="296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404"/>
              </a:lnTo>
              <a:lnTo>
                <a:pt x="2565275" y="148404"/>
              </a:lnTo>
              <a:lnTo>
                <a:pt x="2565275" y="296808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47309-B816-4314-8EAB-FF38977E96E2}">
      <dsp:nvSpPr>
        <dsp:cNvPr id="0" name=""/>
        <dsp:cNvSpPr/>
      </dsp:nvSpPr>
      <dsp:spPr>
        <a:xfrm>
          <a:off x="3275351" y="1146577"/>
          <a:ext cx="855091" cy="296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404"/>
              </a:lnTo>
              <a:lnTo>
                <a:pt x="855091" y="148404"/>
              </a:lnTo>
              <a:lnTo>
                <a:pt x="855091" y="296808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6EB06-2157-456B-957F-C49D7C28B376}">
      <dsp:nvSpPr>
        <dsp:cNvPr id="0" name=""/>
        <dsp:cNvSpPr/>
      </dsp:nvSpPr>
      <dsp:spPr>
        <a:xfrm>
          <a:off x="2374539" y="2150073"/>
          <a:ext cx="91440" cy="2968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6808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5F9734-5876-436E-A803-EBD12390F0C8}">
      <dsp:nvSpPr>
        <dsp:cNvPr id="0" name=""/>
        <dsp:cNvSpPr/>
      </dsp:nvSpPr>
      <dsp:spPr>
        <a:xfrm>
          <a:off x="2420259" y="1146577"/>
          <a:ext cx="855091" cy="296808"/>
        </a:xfrm>
        <a:custGeom>
          <a:avLst/>
          <a:gdLst/>
          <a:ahLst/>
          <a:cxnLst/>
          <a:rect l="0" t="0" r="0" b="0"/>
          <a:pathLst>
            <a:path>
              <a:moveTo>
                <a:pt x="855091" y="0"/>
              </a:moveTo>
              <a:lnTo>
                <a:pt x="855091" y="148404"/>
              </a:lnTo>
              <a:lnTo>
                <a:pt x="0" y="148404"/>
              </a:lnTo>
              <a:lnTo>
                <a:pt x="0" y="296808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F81CE7-5EAF-4222-85C2-CA9FB863D9C4}">
      <dsp:nvSpPr>
        <dsp:cNvPr id="0" name=""/>
        <dsp:cNvSpPr/>
      </dsp:nvSpPr>
      <dsp:spPr>
        <a:xfrm>
          <a:off x="710075" y="1146577"/>
          <a:ext cx="2565275" cy="296808"/>
        </a:xfrm>
        <a:custGeom>
          <a:avLst/>
          <a:gdLst/>
          <a:ahLst/>
          <a:cxnLst/>
          <a:rect l="0" t="0" r="0" b="0"/>
          <a:pathLst>
            <a:path>
              <a:moveTo>
                <a:pt x="2565275" y="0"/>
              </a:moveTo>
              <a:lnTo>
                <a:pt x="2565275" y="148404"/>
              </a:lnTo>
              <a:lnTo>
                <a:pt x="0" y="148404"/>
              </a:lnTo>
              <a:lnTo>
                <a:pt x="0" y="296808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D3B8B-77DF-40DC-8C6C-1E2B3F380D7E}">
      <dsp:nvSpPr>
        <dsp:cNvPr id="0" name=""/>
        <dsp:cNvSpPr/>
      </dsp:nvSpPr>
      <dsp:spPr>
        <a:xfrm>
          <a:off x="2568664" y="439889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Compute Total Weight</a:t>
          </a:r>
          <a:endParaRPr lang="en-US" sz="1400" kern="1200" dirty="0"/>
        </a:p>
      </dsp:txBody>
      <dsp:txXfrm>
        <a:off x="2568664" y="439889"/>
        <a:ext cx="1413374" cy="706687"/>
      </dsp:txXfrm>
    </dsp:sp>
    <dsp:sp modelId="{72B91CF1-7161-4B21-8EF7-A55AFE7AB578}">
      <dsp:nvSpPr>
        <dsp:cNvPr id="0" name=""/>
        <dsp:cNvSpPr/>
      </dsp:nvSpPr>
      <dsp:spPr>
        <a:xfrm>
          <a:off x="3388" y="1443385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Input : qty, density, thickness, d1, d2</a:t>
          </a:r>
          <a:endParaRPr lang="en-US" sz="1400" kern="1200" dirty="0"/>
        </a:p>
      </dsp:txBody>
      <dsp:txXfrm>
        <a:off x="3388" y="1443385"/>
        <a:ext cx="1413374" cy="706687"/>
      </dsp:txXfrm>
    </dsp:sp>
    <dsp:sp modelId="{667CB6C0-6565-4AD5-813A-D534ABD39159}">
      <dsp:nvSpPr>
        <dsp:cNvPr id="0" name=""/>
        <dsp:cNvSpPr/>
      </dsp:nvSpPr>
      <dsp:spPr>
        <a:xfrm>
          <a:off x="1713572" y="1443385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Compute Weight of a single washer</a:t>
          </a:r>
          <a:endParaRPr lang="en-US" sz="1400" kern="1200" dirty="0"/>
        </a:p>
      </dsp:txBody>
      <dsp:txXfrm>
        <a:off x="1713572" y="1443385"/>
        <a:ext cx="1413374" cy="706687"/>
      </dsp:txXfrm>
    </dsp:sp>
    <dsp:sp modelId="{B217E01A-AEA5-4335-9F18-1A7C6761C7D6}">
      <dsp:nvSpPr>
        <dsp:cNvPr id="0" name=""/>
        <dsp:cNvSpPr/>
      </dsp:nvSpPr>
      <dsp:spPr>
        <a:xfrm>
          <a:off x="1713572" y="2446881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Compute circle area</a:t>
          </a:r>
          <a:endParaRPr lang="en-US" sz="1400" kern="1200" dirty="0"/>
        </a:p>
      </dsp:txBody>
      <dsp:txXfrm>
        <a:off x="1713572" y="2446881"/>
        <a:ext cx="1413374" cy="706687"/>
      </dsp:txXfrm>
    </dsp:sp>
    <dsp:sp modelId="{D9E07E61-3F72-4B59-9172-EB9CEF90BD8C}">
      <dsp:nvSpPr>
        <dsp:cNvPr id="0" name=""/>
        <dsp:cNvSpPr/>
      </dsp:nvSpPr>
      <dsp:spPr>
        <a:xfrm>
          <a:off x="3423755" y="1443385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Compute total Weight</a:t>
          </a:r>
          <a:endParaRPr lang="en-US" sz="1400" kern="1200" dirty="0">
            <a:solidFill>
              <a:srgbClr val="FF0000"/>
            </a:solidFill>
          </a:endParaRPr>
        </a:p>
      </dsp:txBody>
      <dsp:txXfrm>
        <a:off x="3423755" y="1443385"/>
        <a:ext cx="1413374" cy="706687"/>
      </dsp:txXfrm>
    </dsp:sp>
    <dsp:sp modelId="{C4110DA1-8F2D-4D47-8B4E-6A26CEFCE751}">
      <dsp:nvSpPr>
        <dsp:cNvPr id="0" name=""/>
        <dsp:cNvSpPr/>
      </dsp:nvSpPr>
      <dsp:spPr>
        <a:xfrm>
          <a:off x="5133939" y="1443385"/>
          <a:ext cx="1413374" cy="7066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Output total weight</a:t>
          </a:r>
          <a:endParaRPr lang="en-US" sz="1400" kern="1200" dirty="0"/>
        </a:p>
      </dsp:txBody>
      <dsp:txXfrm>
        <a:off x="5133939" y="1443385"/>
        <a:ext cx="1413374" cy="706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56B6E-EEBE-41D2-9101-E05A7CB9F3E2}">
      <dsp:nvSpPr>
        <dsp:cNvPr id="0" name=""/>
        <dsp:cNvSpPr/>
      </dsp:nvSpPr>
      <dsp:spPr>
        <a:xfrm>
          <a:off x="7141628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46"/>
              </a:lnTo>
              <a:lnTo>
                <a:pt x="962771" y="83546"/>
              </a:lnTo>
              <a:lnTo>
                <a:pt x="962771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8E33-FDDF-4AF6-9FF2-7F28E3CA0FAA}">
      <dsp:nvSpPr>
        <dsp:cNvPr id="0" name=""/>
        <dsp:cNvSpPr/>
      </dsp:nvSpPr>
      <dsp:spPr>
        <a:xfrm>
          <a:off x="7095908" y="1619006"/>
          <a:ext cx="91440" cy="1670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76437-B1C4-4E26-A1A8-4E865A36D496}">
      <dsp:nvSpPr>
        <dsp:cNvPr id="0" name=""/>
        <dsp:cNvSpPr/>
      </dsp:nvSpPr>
      <dsp:spPr>
        <a:xfrm>
          <a:off x="6178856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962771" y="0"/>
              </a:moveTo>
              <a:lnTo>
                <a:pt x="962771" y="83546"/>
              </a:lnTo>
              <a:lnTo>
                <a:pt x="0" y="83546"/>
              </a:lnTo>
              <a:lnTo>
                <a:pt x="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47309-B816-4314-8EAB-FF38977E96E2}">
      <dsp:nvSpPr>
        <dsp:cNvPr id="0" name=""/>
        <dsp:cNvSpPr/>
      </dsp:nvSpPr>
      <dsp:spPr>
        <a:xfrm>
          <a:off x="4253313" y="1054074"/>
          <a:ext cx="2888315" cy="167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46"/>
              </a:lnTo>
              <a:lnTo>
                <a:pt x="2888315" y="83546"/>
              </a:lnTo>
              <a:lnTo>
                <a:pt x="2888315" y="167092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7EEDFA-7D76-43FF-AC94-29AD3D681471}">
      <dsp:nvSpPr>
        <dsp:cNvPr id="0" name=""/>
        <dsp:cNvSpPr/>
      </dsp:nvSpPr>
      <dsp:spPr>
        <a:xfrm>
          <a:off x="4253313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46"/>
              </a:lnTo>
              <a:lnTo>
                <a:pt x="962771" y="83546"/>
              </a:lnTo>
              <a:lnTo>
                <a:pt x="962771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EE682-9705-4F86-87F2-96479BB4CF23}">
      <dsp:nvSpPr>
        <dsp:cNvPr id="0" name=""/>
        <dsp:cNvSpPr/>
      </dsp:nvSpPr>
      <dsp:spPr>
        <a:xfrm>
          <a:off x="4207593" y="1619006"/>
          <a:ext cx="91440" cy="1670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16EB06-2157-456B-957F-C49D7C28B376}">
      <dsp:nvSpPr>
        <dsp:cNvPr id="0" name=""/>
        <dsp:cNvSpPr/>
      </dsp:nvSpPr>
      <dsp:spPr>
        <a:xfrm>
          <a:off x="3290541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962771" y="0"/>
              </a:moveTo>
              <a:lnTo>
                <a:pt x="962771" y="83546"/>
              </a:lnTo>
              <a:lnTo>
                <a:pt x="0" y="83546"/>
              </a:lnTo>
              <a:lnTo>
                <a:pt x="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5F9734-5876-436E-A803-EBD12390F0C8}">
      <dsp:nvSpPr>
        <dsp:cNvPr id="0" name=""/>
        <dsp:cNvSpPr/>
      </dsp:nvSpPr>
      <dsp:spPr>
        <a:xfrm>
          <a:off x="4207593" y="1054074"/>
          <a:ext cx="91440" cy="1670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7092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79B7B-9EFD-4949-9243-AD2F969EFAF9}">
      <dsp:nvSpPr>
        <dsp:cNvPr id="0" name=""/>
        <dsp:cNvSpPr/>
      </dsp:nvSpPr>
      <dsp:spPr>
        <a:xfrm>
          <a:off x="1364998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546"/>
              </a:lnTo>
              <a:lnTo>
                <a:pt x="962771" y="83546"/>
              </a:lnTo>
              <a:lnTo>
                <a:pt x="962771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DA6EB8-A71D-4444-B940-83DBAAF3A190}">
      <dsp:nvSpPr>
        <dsp:cNvPr id="0" name=""/>
        <dsp:cNvSpPr/>
      </dsp:nvSpPr>
      <dsp:spPr>
        <a:xfrm>
          <a:off x="1319278" y="1619006"/>
          <a:ext cx="91440" cy="1670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368C55-B18A-4473-91F6-17DF04708C3E}">
      <dsp:nvSpPr>
        <dsp:cNvPr id="0" name=""/>
        <dsp:cNvSpPr/>
      </dsp:nvSpPr>
      <dsp:spPr>
        <a:xfrm>
          <a:off x="402226" y="1619006"/>
          <a:ext cx="962771" cy="167092"/>
        </a:xfrm>
        <a:custGeom>
          <a:avLst/>
          <a:gdLst/>
          <a:ahLst/>
          <a:cxnLst/>
          <a:rect l="0" t="0" r="0" b="0"/>
          <a:pathLst>
            <a:path>
              <a:moveTo>
                <a:pt x="962771" y="0"/>
              </a:moveTo>
              <a:lnTo>
                <a:pt x="962771" y="83546"/>
              </a:lnTo>
              <a:lnTo>
                <a:pt x="0" y="83546"/>
              </a:lnTo>
              <a:lnTo>
                <a:pt x="0" y="16709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F81CE7-5EAF-4222-85C2-CA9FB863D9C4}">
      <dsp:nvSpPr>
        <dsp:cNvPr id="0" name=""/>
        <dsp:cNvSpPr/>
      </dsp:nvSpPr>
      <dsp:spPr>
        <a:xfrm>
          <a:off x="1364998" y="1054074"/>
          <a:ext cx="2888315" cy="167092"/>
        </a:xfrm>
        <a:custGeom>
          <a:avLst/>
          <a:gdLst/>
          <a:ahLst/>
          <a:cxnLst/>
          <a:rect l="0" t="0" r="0" b="0"/>
          <a:pathLst>
            <a:path>
              <a:moveTo>
                <a:pt x="2888315" y="0"/>
              </a:moveTo>
              <a:lnTo>
                <a:pt x="2888315" y="83546"/>
              </a:lnTo>
              <a:lnTo>
                <a:pt x="0" y="83546"/>
              </a:lnTo>
              <a:lnTo>
                <a:pt x="0" y="167092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D3B8B-77DF-40DC-8C6C-1E2B3F380D7E}">
      <dsp:nvSpPr>
        <dsp:cNvPr id="0" name=""/>
        <dsp:cNvSpPr/>
      </dsp:nvSpPr>
      <dsp:spPr>
        <a:xfrm>
          <a:off x="3855473" y="656234"/>
          <a:ext cx="795679" cy="3978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3 Figures</a:t>
          </a:r>
          <a:endParaRPr lang="en-US" sz="1000" kern="1200" dirty="0"/>
        </a:p>
      </dsp:txBody>
      <dsp:txXfrm>
        <a:off x="3855473" y="656234"/>
        <a:ext cx="795679" cy="397839"/>
      </dsp:txXfrm>
    </dsp:sp>
    <dsp:sp modelId="{72B91CF1-7161-4B21-8EF7-A55AFE7AB578}">
      <dsp:nvSpPr>
        <dsp:cNvPr id="0" name=""/>
        <dsp:cNvSpPr/>
      </dsp:nvSpPr>
      <dsp:spPr>
        <a:xfrm>
          <a:off x="967158" y="1221166"/>
          <a:ext cx="795679" cy="3978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Rocket Ship</a:t>
          </a:r>
          <a:endParaRPr lang="en-US" sz="1000" kern="1200" dirty="0"/>
        </a:p>
      </dsp:txBody>
      <dsp:txXfrm>
        <a:off x="967158" y="1221166"/>
        <a:ext cx="795679" cy="397839"/>
      </dsp:txXfrm>
    </dsp:sp>
    <dsp:sp modelId="{E71D76A0-C923-45D2-899F-8B39C8E69124}">
      <dsp:nvSpPr>
        <dsp:cNvPr id="0" name=""/>
        <dsp:cNvSpPr/>
      </dsp:nvSpPr>
      <dsp:spPr>
        <a:xfrm>
          <a:off x="4387" y="1786098"/>
          <a:ext cx="795679" cy="397839"/>
        </a:xfrm>
        <a:prstGeom prst="rect">
          <a:avLst/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Triangle</a:t>
          </a:r>
          <a:endParaRPr lang="en-US" sz="1000" kern="1200" dirty="0"/>
        </a:p>
      </dsp:txBody>
      <dsp:txXfrm>
        <a:off x="4387" y="1786098"/>
        <a:ext cx="795679" cy="397839"/>
      </dsp:txXfrm>
    </dsp:sp>
    <dsp:sp modelId="{72F7ABD0-7DE5-4FFF-AF94-0DB673DE9BD7}">
      <dsp:nvSpPr>
        <dsp:cNvPr id="0" name=""/>
        <dsp:cNvSpPr/>
      </dsp:nvSpPr>
      <dsp:spPr>
        <a:xfrm>
          <a:off x="967158" y="1786098"/>
          <a:ext cx="795679" cy="397839"/>
        </a:xfrm>
        <a:prstGeom prst="rect">
          <a:avLst/>
        </a:prstGeom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Rectangle</a:t>
          </a:r>
          <a:endParaRPr lang="en-US" sz="1000" kern="1200" dirty="0"/>
        </a:p>
      </dsp:txBody>
      <dsp:txXfrm>
        <a:off x="967158" y="1786098"/>
        <a:ext cx="795679" cy="397839"/>
      </dsp:txXfrm>
    </dsp:sp>
    <dsp:sp modelId="{0899E656-3DAA-4E2E-8046-738799664983}">
      <dsp:nvSpPr>
        <dsp:cNvPr id="0" name=""/>
        <dsp:cNvSpPr/>
      </dsp:nvSpPr>
      <dsp:spPr>
        <a:xfrm>
          <a:off x="1929930" y="1786098"/>
          <a:ext cx="795679" cy="397839"/>
        </a:xfrm>
        <a:prstGeom prst="rect">
          <a:avLst/>
        </a:prstGeom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Inverted V</a:t>
          </a:r>
          <a:endParaRPr lang="en-US" sz="1000" kern="1200" dirty="0"/>
        </a:p>
      </dsp:txBody>
      <dsp:txXfrm>
        <a:off x="1929930" y="1786098"/>
        <a:ext cx="795679" cy="397839"/>
      </dsp:txXfrm>
    </dsp:sp>
    <dsp:sp modelId="{667CB6C0-6565-4AD5-813A-D534ABD39159}">
      <dsp:nvSpPr>
        <dsp:cNvPr id="0" name=""/>
        <dsp:cNvSpPr/>
      </dsp:nvSpPr>
      <dsp:spPr>
        <a:xfrm>
          <a:off x="3855473" y="1221166"/>
          <a:ext cx="795679" cy="3978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Male Stick Figure</a:t>
          </a:r>
          <a:endParaRPr lang="en-US" sz="1000" kern="1200" dirty="0"/>
        </a:p>
      </dsp:txBody>
      <dsp:txXfrm>
        <a:off x="3855473" y="1221166"/>
        <a:ext cx="795679" cy="397839"/>
      </dsp:txXfrm>
    </dsp:sp>
    <dsp:sp modelId="{B217E01A-AEA5-4335-9F18-1A7C6761C7D6}">
      <dsp:nvSpPr>
        <dsp:cNvPr id="0" name=""/>
        <dsp:cNvSpPr/>
      </dsp:nvSpPr>
      <dsp:spPr>
        <a:xfrm>
          <a:off x="2892702" y="1786098"/>
          <a:ext cx="795679" cy="397839"/>
        </a:xfrm>
        <a:prstGeom prst="rect">
          <a:avLst/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Circle</a:t>
          </a:r>
          <a:endParaRPr lang="en-US" sz="1000" kern="1200" dirty="0"/>
        </a:p>
      </dsp:txBody>
      <dsp:txXfrm>
        <a:off x="2892702" y="1786098"/>
        <a:ext cx="795679" cy="397839"/>
      </dsp:txXfrm>
    </dsp:sp>
    <dsp:sp modelId="{20C88D64-9383-49FD-8BB7-6C7920D27996}">
      <dsp:nvSpPr>
        <dsp:cNvPr id="0" name=""/>
        <dsp:cNvSpPr/>
      </dsp:nvSpPr>
      <dsp:spPr>
        <a:xfrm>
          <a:off x="3855473" y="1786098"/>
          <a:ext cx="795679" cy="397839"/>
        </a:xfrm>
        <a:prstGeom prst="rect">
          <a:avLst/>
        </a:prstGeom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Rectangle</a:t>
          </a:r>
          <a:endParaRPr lang="en-US" sz="1000" kern="1200" dirty="0"/>
        </a:p>
      </dsp:txBody>
      <dsp:txXfrm>
        <a:off x="3855473" y="1786098"/>
        <a:ext cx="795679" cy="397839"/>
      </dsp:txXfrm>
    </dsp:sp>
    <dsp:sp modelId="{8D3692A3-7C3F-41F9-9536-4075DABC9DDB}">
      <dsp:nvSpPr>
        <dsp:cNvPr id="0" name=""/>
        <dsp:cNvSpPr/>
      </dsp:nvSpPr>
      <dsp:spPr>
        <a:xfrm>
          <a:off x="4818245" y="1786098"/>
          <a:ext cx="795679" cy="397839"/>
        </a:xfrm>
        <a:prstGeom prst="rect">
          <a:avLst/>
        </a:prstGeom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Inverted V</a:t>
          </a:r>
          <a:endParaRPr lang="en-US" sz="1000" kern="1200" dirty="0"/>
        </a:p>
      </dsp:txBody>
      <dsp:txXfrm>
        <a:off x="4818245" y="1786098"/>
        <a:ext cx="795679" cy="397839"/>
      </dsp:txXfrm>
    </dsp:sp>
    <dsp:sp modelId="{D9E07E61-3F72-4B59-9172-EB9CEF90BD8C}">
      <dsp:nvSpPr>
        <dsp:cNvPr id="0" name=""/>
        <dsp:cNvSpPr/>
      </dsp:nvSpPr>
      <dsp:spPr>
        <a:xfrm>
          <a:off x="6743788" y="1221166"/>
          <a:ext cx="795679" cy="3978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hade val="86000"/>
                <a:satMod val="14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48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Female Stick Figure</a:t>
          </a:r>
          <a:endParaRPr lang="en-US" sz="1000" kern="1200" dirty="0">
            <a:solidFill>
              <a:srgbClr val="FF0000"/>
            </a:solidFill>
          </a:endParaRPr>
        </a:p>
      </dsp:txBody>
      <dsp:txXfrm>
        <a:off x="6743788" y="1221166"/>
        <a:ext cx="795679" cy="397839"/>
      </dsp:txXfrm>
    </dsp:sp>
    <dsp:sp modelId="{C4110DA1-8F2D-4D47-8B4E-6A26CEFCE751}">
      <dsp:nvSpPr>
        <dsp:cNvPr id="0" name=""/>
        <dsp:cNvSpPr/>
      </dsp:nvSpPr>
      <dsp:spPr>
        <a:xfrm>
          <a:off x="5781017" y="1786098"/>
          <a:ext cx="795679" cy="397839"/>
        </a:xfrm>
        <a:prstGeom prst="rect">
          <a:avLst/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Circle</a:t>
          </a:r>
          <a:endParaRPr lang="en-US" sz="1000" kern="1200" dirty="0"/>
        </a:p>
      </dsp:txBody>
      <dsp:txXfrm>
        <a:off x="5781017" y="1786098"/>
        <a:ext cx="795679" cy="397839"/>
      </dsp:txXfrm>
    </dsp:sp>
    <dsp:sp modelId="{A896CA11-1BA3-4CD3-A263-EB01A713F19B}">
      <dsp:nvSpPr>
        <dsp:cNvPr id="0" name=""/>
        <dsp:cNvSpPr/>
      </dsp:nvSpPr>
      <dsp:spPr>
        <a:xfrm>
          <a:off x="6743788" y="1786098"/>
          <a:ext cx="795679" cy="397839"/>
        </a:xfrm>
        <a:prstGeom prst="rect">
          <a:avLst/>
        </a:prstGeom>
        <a:gradFill rotWithShape="0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Triangle</a:t>
          </a:r>
          <a:endParaRPr lang="en-US" sz="1000" kern="1200" dirty="0"/>
        </a:p>
      </dsp:txBody>
      <dsp:txXfrm>
        <a:off x="6743788" y="1786098"/>
        <a:ext cx="795679" cy="397839"/>
      </dsp:txXfrm>
    </dsp:sp>
    <dsp:sp modelId="{4DB9D100-0B2A-4E28-BED4-B0A7DEDF6428}">
      <dsp:nvSpPr>
        <dsp:cNvPr id="0" name=""/>
        <dsp:cNvSpPr/>
      </dsp:nvSpPr>
      <dsp:spPr>
        <a:xfrm>
          <a:off x="7706560" y="1786098"/>
          <a:ext cx="795679" cy="397839"/>
        </a:xfrm>
        <a:prstGeom prst="rect">
          <a:avLst/>
        </a:prstGeom>
        <a:gradFill rotWithShape="0"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Draw Inverted V</a:t>
          </a:r>
          <a:endParaRPr lang="en-US" sz="1000" kern="1200" dirty="0"/>
        </a:p>
      </dsp:txBody>
      <dsp:txXfrm>
        <a:off x="7706560" y="1786098"/>
        <a:ext cx="795679" cy="3978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t" anchorCtr="0" compatLnSpc="1">
            <a:prstTxWarp prst="textNoShape">
              <a:avLst/>
            </a:prstTxWarp>
          </a:bodyPr>
          <a:lstStyle>
            <a:lvl1pPr defTabSz="92299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GB" dirty="0" smtClean="0"/>
              <a:t>CS1010 </a:t>
            </a:r>
            <a:r>
              <a:rPr lang="en-GB" dirty="0"/>
              <a:t>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t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2975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D37F5A86-6A3E-4766-93FF-5B74C88652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479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t" anchorCtr="0" compatLnSpc="1">
            <a:prstTxWarp prst="textNoShape">
              <a:avLst/>
            </a:prstTxWarp>
          </a:bodyPr>
          <a:lstStyle>
            <a:lvl1pPr defTabSz="922998" eaLnBrk="0" hangingPunct="0">
              <a:defRPr lang="en-GB" sz="1300"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CS1010 Programming Methodology</a:t>
            </a:r>
          </a:p>
        </p:txBody>
      </p:sp>
      <p:sp>
        <p:nvSpPr>
          <p:cNvPr id="4096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60" y="4714876"/>
            <a:ext cx="4982156" cy="44672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29750"/>
            <a:ext cx="2946576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64" tIns="46132" rIns="92264" bIns="46132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3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E9B5832C-D12E-4860-946B-3D81116119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wrap="square" lIns="88607" tIns="44304" rIns="88607" bIns="4430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826E134-A372-4F43-B8F4-C208A48277FF}" type="datetimeFigureOut">
              <a:rPr lang="en-US"/>
              <a:pPr>
                <a:defRPr/>
              </a:pPr>
              <a:t>6/15/2013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6698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CS1010 Programming Methodology</a:t>
            </a:r>
          </a:p>
        </p:txBody>
      </p:sp>
      <p:sp>
        <p:nvSpPr>
          <p:cNvPr id="419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CS1010 Programming Methodology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GB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CS1010 Programming Methodology</a:t>
            </a: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/>
              <a:t>CS1010 Programming Methodology</a:t>
            </a: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CS1010 Programming Methodology</a:t>
            </a: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dirty="0"/>
              <a:t>CS1010 Programming Methodology</a:t>
            </a: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  <a:defRPr/>
            </a:pPr>
            <a:endParaRPr 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</a:pPr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Calibri" pitchFamily="34" charset="0"/>
              <a:buNone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228600" indent="-228600" eaLnBrk="1" hangingPunct="1">
              <a:buFont typeface="+mj-lt"/>
              <a:buNone/>
            </a:pPr>
            <a:endParaRPr lang="en-US" dirty="0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t>CS1010 Programming Methodology</a:t>
            </a: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CS1010</a:t>
            </a:r>
            <a:r>
              <a:t> Programming Methodology</a:t>
            </a: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Saturday, June 15, 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Saturday, June 15, 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5" r:id="rId1"/>
    <p:sldLayoutId id="2147484916" r:id="rId2"/>
    <p:sldLayoutId id="2147484917" r:id="rId3"/>
    <p:sldLayoutId id="2147484918" r:id="rId4"/>
    <p:sldLayoutId id="2147484919" r:id="rId5"/>
    <p:sldLayoutId id="2147484920" r:id="rId6"/>
    <p:sldLayoutId id="2147484921" r:id="rId7"/>
    <p:sldLayoutId id="2147484922" r:id="rId8"/>
    <p:sldLayoutId id="2147484923" r:id="rId9"/>
    <p:sldLayoutId id="2147484924" r:id="rId10"/>
    <p:sldLayoutId id="2147484925" r:id="rId11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8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smtClean="0">
                <a:solidFill>
                  <a:srgbClr val="9933FF"/>
                </a:solidFill>
                <a:latin typeface="Garamond" pitchFamily="18" charset="0"/>
              </a:rPr>
              <a:t>Week 3: Top Down Design </a:t>
            </a:r>
            <a:endParaRPr lang="en-GB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430338"/>
            <a:ext cx="7620000" cy="2352992"/>
          </a:xfrm>
        </p:spPr>
        <p:txBody>
          <a:bodyPr/>
          <a:lstStyle/>
          <a:p>
            <a:pPr eaLnBrk="1" hangingPunct="1">
              <a:buSzPct val="120000"/>
              <a:buFont typeface="Wingdings" pitchFamily="2" charset="2"/>
              <a:buNone/>
            </a:pPr>
            <a:r>
              <a:rPr lang="en-GB" sz="2400" dirty="0" smtClean="0">
                <a:solidFill>
                  <a:srgbClr val="C00000"/>
                </a:solidFill>
              </a:rPr>
              <a:t>Objectives: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How to analyse, design, and implement a program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How to break a problem into sub-problems with step-wise refinement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How to use built-in library functions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GB" sz="2000" dirty="0" smtClean="0"/>
              <a:t>How to create your own user-defined functions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73100" y="3802698"/>
            <a:ext cx="7620000" cy="1664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2400" kern="0" dirty="0">
                <a:solidFill>
                  <a:srgbClr val="C00000"/>
                </a:solidFill>
                <a:latin typeface="+mn-lt"/>
                <a:cs typeface="+mn-cs"/>
              </a:rPr>
              <a:t>References: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Chapter 3 The Basic of C – Math Functions</a:t>
            </a:r>
          </a:p>
          <a:p>
            <a:pPr marL="1200150" lvl="2" indent="-2857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defRPr/>
            </a:pPr>
            <a:r>
              <a:rPr lang="en-GB" kern="0" dirty="0" smtClean="0">
                <a:latin typeface="+mn-lt"/>
                <a:cs typeface="+mn-cs"/>
              </a:rPr>
              <a:t>We will do Character File </a:t>
            </a:r>
            <a:r>
              <a:rPr lang="en-GB" kern="0" dirty="0" err="1" smtClean="0">
                <a:latin typeface="+mn-lt"/>
                <a:cs typeface="+mn-cs"/>
              </a:rPr>
              <a:t>Input/Output</a:t>
            </a:r>
            <a:r>
              <a:rPr lang="en-GB" kern="0" dirty="0" smtClean="0">
                <a:latin typeface="+mn-lt"/>
                <a:cs typeface="+mn-cs"/>
              </a:rPr>
              <a:t> another time 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solidFill>
                  <a:srgbClr val="0000FF"/>
                </a:solidFill>
              </a:rPr>
              <a:t>Chapter 5 Functions</a:t>
            </a:r>
          </a:p>
        </p:txBody>
      </p:sp>
      <p:sp>
        <p:nvSpPr>
          <p:cNvPr id="7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allAtOnce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smtClean="0">
                <a:solidFill>
                  <a:srgbClr val="9933FF"/>
                </a:solidFill>
                <a:latin typeface="Garamond" pitchFamily="18" charset="0"/>
                <a:cs typeface="Courier New" pitchFamily="49" charset="0"/>
              </a:rPr>
              <a:t>Week 3: Outline (2/2)</a:t>
            </a:r>
            <a:endParaRPr lang="en-GB" smtClean="0">
              <a:solidFill>
                <a:srgbClr val="9933FF"/>
              </a:solidFill>
              <a:latin typeface="Garamond" pitchFamily="18" charset="0"/>
              <a:cs typeface="Courier New" pitchFamily="49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96913" y="1382713"/>
            <a:ext cx="7948612" cy="4840287"/>
          </a:xfrm>
        </p:spPr>
        <p:txBody>
          <a:bodyPr/>
          <a:lstStyle/>
          <a:p>
            <a:pPr marL="457200" indent="-457200" eaLnBrk="1" hangingPunct="1">
              <a:spcBef>
                <a:spcPts val="1200"/>
              </a:spcBef>
              <a:buSzPct val="100000"/>
              <a:buFont typeface="+mj-lt"/>
              <a:buAutoNum type="arabicPeriod" startAt="8"/>
            </a:pPr>
            <a:r>
              <a:rPr lang="en-GB" sz="2000" dirty="0" smtClean="0">
                <a:solidFill>
                  <a:srgbClr val="0000FF"/>
                </a:solidFill>
              </a:rPr>
              <a:t>Functions</a:t>
            </a:r>
          </a:p>
          <a:p>
            <a:pPr marL="857250" lvl="1" indent="-322263" eaLnBrk="1" hangingPunct="1">
              <a:buSzPct val="120000"/>
              <a:buFont typeface="Wingdings" pitchFamily="2" charset="2"/>
              <a:buChar char="§"/>
            </a:pPr>
            <a:r>
              <a:rPr lang="en-GB" sz="1800" dirty="0" smtClean="0"/>
              <a:t>Syntax</a:t>
            </a:r>
          </a:p>
          <a:p>
            <a:pPr marL="857250" lvl="1" indent="-322263" eaLnBrk="1" hangingPunct="1">
              <a:buSzPct val="120000"/>
              <a:buFont typeface="Wingdings" pitchFamily="2" charset="2"/>
              <a:buChar char="§"/>
            </a:pPr>
            <a:r>
              <a:rPr lang="en-GB" sz="1800" dirty="0" smtClean="0"/>
              <a:t>Precondition, </a:t>
            </a:r>
            <a:r>
              <a:rPr lang="en-GB" sz="1800" dirty="0" err="1" smtClean="0"/>
              <a:t>postcondition</a:t>
            </a:r>
            <a:endParaRPr lang="en-GB" sz="1800" dirty="0" smtClean="0"/>
          </a:p>
          <a:p>
            <a:pPr marL="857250" lvl="1" indent="-322263" eaLnBrk="1" hangingPunct="1">
              <a:buSzPct val="120000"/>
              <a:buFont typeface="Wingdings" pitchFamily="2" charset="2"/>
              <a:buChar char="§"/>
            </a:pPr>
            <a:r>
              <a:rPr lang="en-GB" sz="1800" dirty="0" smtClean="0"/>
              <a:t>Actual and Formal parameters</a:t>
            </a:r>
          </a:p>
          <a:p>
            <a:pPr marL="857250" lvl="1" indent="-322263" eaLnBrk="1" hangingPunct="1">
              <a:buSzPct val="120000"/>
              <a:buFont typeface="Wingdings" pitchFamily="2" charset="2"/>
              <a:buChar char="§"/>
            </a:pPr>
            <a:r>
              <a:rPr lang="en-GB" sz="1800" dirty="0" smtClean="0"/>
              <a:t>Flow of control</a:t>
            </a:r>
          </a:p>
          <a:p>
            <a:pPr marL="857250" lvl="1" indent="-322263" eaLnBrk="1" hangingPunct="1">
              <a:buSzPct val="120000"/>
              <a:buFont typeface="Wingdings" pitchFamily="2" charset="2"/>
              <a:buChar char="§"/>
            </a:pPr>
            <a:r>
              <a:rPr lang="en-GB" sz="1800" dirty="0" smtClean="0"/>
              <a:t>Function prototype</a:t>
            </a:r>
          </a:p>
          <a:p>
            <a:pPr marL="457200" indent="-457200" eaLnBrk="1" hangingPunct="1">
              <a:spcBef>
                <a:spcPts val="1200"/>
              </a:spcBef>
              <a:buSzPct val="100000"/>
              <a:buFont typeface="Wingdings" pitchFamily="2" charset="2"/>
              <a:buAutoNum type="arabicPeriod" startAt="8"/>
            </a:pPr>
            <a:r>
              <a:rPr lang="en-GB" sz="2000" dirty="0" smtClean="0">
                <a:solidFill>
                  <a:srgbClr val="0000FF"/>
                </a:solidFill>
              </a:rPr>
              <a:t>Exercise #3: Speed of Sound (take-home)</a:t>
            </a:r>
          </a:p>
          <a:p>
            <a:pPr marL="457200" indent="-457200" eaLnBrk="1" hangingPunct="1">
              <a:spcBef>
                <a:spcPts val="1200"/>
              </a:spcBef>
              <a:buSzPct val="100000"/>
              <a:buFont typeface="Wingdings" pitchFamily="2" charset="2"/>
              <a:buAutoNum type="arabicPeriod" startAt="8"/>
            </a:pPr>
            <a:r>
              <a:rPr lang="en-GB" sz="2000" dirty="0" smtClean="0">
                <a:solidFill>
                  <a:srgbClr val="0000FF"/>
                </a:solidFill>
              </a:rPr>
              <a:t>Exercise #4: Magic Number (take-home)</a:t>
            </a:r>
          </a:p>
          <a:p>
            <a:pPr marL="457200" indent="-457200" eaLnBrk="1" hangingPunct="1">
              <a:spcBef>
                <a:spcPts val="1200"/>
              </a:spcBef>
              <a:buSzPct val="100000"/>
              <a:buFont typeface="Wingdings" pitchFamily="2" charset="2"/>
              <a:buAutoNum type="arabicPeriod" startAt="8"/>
            </a:pPr>
            <a:r>
              <a:rPr lang="en-GB" sz="2000" dirty="0" smtClean="0">
                <a:solidFill>
                  <a:srgbClr val="0000FF"/>
                </a:solidFill>
              </a:rPr>
              <a:t>return statement in main()</a:t>
            </a:r>
          </a:p>
          <a:p>
            <a:pPr marL="457200" indent="-457200" eaLnBrk="1" hangingPunct="1">
              <a:spcBef>
                <a:spcPts val="1200"/>
              </a:spcBef>
              <a:buSzPct val="100000"/>
              <a:buFont typeface="Wingdings" pitchFamily="2" charset="2"/>
              <a:buAutoNum type="arabicPeriod" startAt="8"/>
            </a:pPr>
            <a:r>
              <a:rPr lang="en-GB" sz="2000" dirty="0" err="1" smtClean="0">
                <a:solidFill>
                  <a:srgbClr val="0000FF"/>
                </a:solidFill>
              </a:rPr>
              <a:t>CodeCrunch</a:t>
            </a:r>
            <a:r>
              <a:rPr lang="en-GB" sz="2000" dirty="0" smtClean="0">
                <a:solidFill>
                  <a:srgbClr val="0000FF"/>
                </a:solidFill>
              </a:rPr>
              <a:t> Issues</a:t>
            </a:r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</a:t>
            </a:fld>
            <a:endParaRPr lang="en-US" sz="1000" dirty="0"/>
          </a:p>
        </p:txBody>
      </p:sp>
      <p:pic>
        <p:nvPicPr>
          <p:cNvPr id="6" name="Picture 5" descr="focus-m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2395" y="1352276"/>
            <a:ext cx="311433" cy="4208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1. Check List: </a:t>
            </a:r>
            <a:r>
              <a:rPr lang="en-GB" sz="4000" dirty="0" err="1" smtClean="0">
                <a:solidFill>
                  <a:srgbClr val="9933FF"/>
                </a:solidFill>
                <a:latin typeface="Garamond" pitchFamily="18" charset="0"/>
              </a:rPr>
              <a:t>gcc</a:t>
            </a:r>
            <a:endParaRPr lang="en-GB" sz="40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3557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5201627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>
                <a:solidFill>
                  <a:srgbClr val="0000FF"/>
                </a:solidFill>
              </a:rPr>
              <a:t>Compiling C programs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Compile </a:t>
            </a:r>
            <a:r>
              <a:rPr lang="en-US" sz="20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welcome.c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with </a:t>
            </a:r>
            <a:r>
              <a:rPr lang="en-US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–Wall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(all warnings) to produce </a:t>
            </a:r>
            <a:r>
              <a:rPr lang="en-US" sz="20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a.out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lvl="1" eaLnBrk="1" hangingPunct="1">
              <a:spcBef>
                <a:spcPts val="600"/>
              </a:spcBef>
              <a:buClrTx/>
              <a:buNone/>
              <a:tabLst>
                <a:tab pos="1250950" algn="l"/>
              </a:tabLst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 err="1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gcc</a:t>
            </a:r>
            <a:r>
              <a:rPr lang="en-US" sz="2000" dirty="0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 –Wall </a:t>
            </a:r>
            <a:r>
              <a:rPr lang="en-US" sz="2000" dirty="0" err="1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welcome.c</a:t>
            </a:r>
            <a:endParaRPr lang="en-US" sz="2000" dirty="0" smtClean="0">
              <a:solidFill>
                <a:srgbClr val="800000"/>
              </a:solidFill>
              <a:latin typeface="Lucida Console" pitchFamily="49" charset="0"/>
              <a:cs typeface="Arial" pitchFamily="34" charset="0"/>
            </a:endParaRP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To specify a name for the executable file, use the </a:t>
            </a:r>
            <a:r>
              <a:rPr lang="en-US" sz="2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–o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option (do this with care!):</a:t>
            </a:r>
          </a:p>
          <a:p>
            <a:pPr lvl="1" eaLnBrk="1" hangingPunct="1">
              <a:spcBef>
                <a:spcPts val="600"/>
              </a:spcBef>
              <a:buClrTx/>
              <a:buNone/>
              <a:tabLst>
                <a:tab pos="1250950" algn="l"/>
              </a:tabLst>
              <a:defRPr/>
            </a:pPr>
            <a:r>
              <a:rPr lang="en-US" sz="2000" dirty="0" smtClean="0">
                <a:latin typeface="Lucida Console" pitchFamily="49" charset="0"/>
                <a:cs typeface="Arial" pitchFamily="34" charset="0"/>
              </a:rPr>
              <a:t>		</a:t>
            </a:r>
            <a:r>
              <a:rPr lang="en-US" sz="2000" dirty="0" err="1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gcc</a:t>
            </a:r>
            <a:r>
              <a:rPr lang="en-US" sz="2000" dirty="0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 –Wall </a:t>
            </a:r>
            <a:r>
              <a:rPr lang="en-US" sz="2000" dirty="0" err="1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welcome.c</a:t>
            </a:r>
            <a:r>
              <a:rPr lang="en-US" sz="2000" dirty="0" smtClean="0">
                <a:solidFill>
                  <a:srgbClr val="800000"/>
                </a:solidFill>
                <a:latin typeface="Lucida Console" pitchFamily="49" charset="0"/>
                <a:cs typeface="Arial" pitchFamily="34" charset="0"/>
              </a:rPr>
              <a:t> –o welcome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spcBef>
                <a:spcPts val="600"/>
              </a:spcBef>
              <a:buClrTx/>
              <a:buNone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	Executable file will be named </a:t>
            </a:r>
            <a:r>
              <a:rPr lang="en-US" sz="2000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welcome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instead of </a:t>
            </a:r>
            <a:r>
              <a:rPr lang="en-US" sz="2000" dirty="0" err="1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a.out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Learn to read compilation error messages from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gcc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2" eaLnBrk="1" hangingPunct="1">
              <a:spcBef>
                <a:spcPts val="0"/>
              </a:spcBef>
              <a:buClrTx/>
              <a:defRPr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It usually pinpoints the line (or its vicinity) where the error occurs</a:t>
            </a:r>
          </a:p>
          <a:p>
            <a:pPr indent="-457200" eaLnBrk="1" hangingPunct="1">
              <a:spcBef>
                <a:spcPts val="1200"/>
              </a:spcBef>
              <a:buSzPct val="80000"/>
              <a:defRPr/>
            </a:pPr>
            <a:r>
              <a:rPr lang="en-US" sz="2400" dirty="0" smtClean="0"/>
              <a:t>Common compilation errors/warnings at this point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Missing </a:t>
            </a:r>
            <a:r>
              <a:rPr lang="en-US" sz="2000" dirty="0" smtClean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&amp;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(address operator) in </a:t>
            </a:r>
            <a:r>
              <a:rPr lang="en-US" sz="2000" dirty="0" err="1" smtClean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scanf</a:t>
            </a:r>
            <a:r>
              <a:rPr lang="en-US" sz="2000" dirty="0" smtClean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()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function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Forgot to use </a:t>
            </a:r>
            <a:r>
              <a:rPr lang="en-US" sz="2000" dirty="0" smtClean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–lm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option when program uses math functions</a:t>
            </a:r>
          </a:p>
          <a:p>
            <a:pPr lvl="2" eaLnBrk="1" hangingPunct="1">
              <a:spcBef>
                <a:spcPts val="0"/>
              </a:spcBef>
              <a:buClrTx/>
              <a:defRPr/>
            </a:pP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Eg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: ld: fatal: symbol referencing errors.</a:t>
            </a:r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/>
              <a:t>Week2 - </a:t>
            </a:r>
            <a:fld id="{CE0EB590-4595-44A0-8803-B0BB8C155266}" type="slidenum">
              <a:rPr lang="en-US" sz="1000"/>
              <a:pPr algn="r"/>
              <a:t>4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5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5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35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5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5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2. Last Week’s </a:t>
            </a:r>
            <a:r>
              <a:rPr lang="en-GB" sz="3600" dirty="0" smtClean="0">
                <a:solidFill>
                  <a:srgbClr val="9933FF"/>
                </a:solidFill>
                <a:latin typeface="Garamond" pitchFamily="18" charset="0"/>
              </a:rPr>
              <a:t>Exercise #3 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3038474"/>
            <a:ext cx="5182010" cy="3391823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SzPct val="100000"/>
              <a:buNone/>
            </a:pPr>
            <a:r>
              <a:rPr lang="en-GB" sz="2000" dirty="0" smtClean="0">
                <a:solidFill>
                  <a:srgbClr val="0000FF"/>
                </a:solidFill>
              </a:rPr>
              <a:t>Thinking about the algorithm: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ü"/>
            </a:pPr>
            <a:r>
              <a:rPr lang="en-GB" sz="2000" dirty="0" smtClean="0"/>
              <a:t>What are the variables (and their type) for input data?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ü"/>
            </a:pPr>
            <a:r>
              <a:rPr lang="en-GB" sz="2000" dirty="0" smtClean="0"/>
              <a:t>What are the variables (and their type) for output?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ü"/>
            </a:pPr>
            <a:r>
              <a:rPr lang="en-GB" sz="2000" dirty="0" smtClean="0"/>
              <a:t>Is there any formatting of output?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ü"/>
            </a:pPr>
            <a:r>
              <a:rPr lang="en-GB" sz="2000" dirty="0" smtClean="0"/>
              <a:t>What are the variables (and their type) for intermediate results?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ü"/>
            </a:pPr>
            <a:r>
              <a:rPr lang="en-GB" sz="2000" dirty="0" smtClean="0"/>
              <a:t>How to compute the result?</a:t>
            </a:r>
          </a:p>
          <a:p>
            <a:pPr marL="457200" indent="-457200" eaLnBrk="1" hangingPunct="1">
              <a:lnSpc>
                <a:spcPct val="80000"/>
              </a:lnSpc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731838" y="1243013"/>
            <a:ext cx="7796212" cy="15684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/>
              <a:t>Write a program </a:t>
            </a:r>
            <a:r>
              <a:rPr lang="en-US" sz="1600" dirty="0">
                <a:solidFill>
                  <a:srgbClr val="0000FF"/>
                </a:solidFill>
              </a:rPr>
              <a:t>Week2_Freezer.c</a:t>
            </a:r>
            <a:r>
              <a:rPr lang="en-US" sz="1600" dirty="0"/>
              <a:t> that estimates the temperature in a freezer (in Celsius) given the elapsed time (hours) since a power failure. Assume this temperature (</a:t>
            </a:r>
            <a:r>
              <a:rPr lang="en-US" sz="1600" i="1" dirty="0">
                <a:solidFill>
                  <a:srgbClr val="0000FF"/>
                </a:solidFill>
              </a:rPr>
              <a:t>T</a:t>
            </a:r>
            <a:r>
              <a:rPr lang="en-US" sz="1600" dirty="0"/>
              <a:t>) is given by</a:t>
            </a:r>
            <a:r>
              <a:rPr lang="en-US" sz="1600" dirty="0">
                <a:solidFill>
                  <a:srgbClr val="0000FF"/>
                </a:solidFill>
              </a:rPr>
              <a:t>:</a:t>
            </a:r>
          </a:p>
          <a:p>
            <a:endParaRPr lang="en-US" sz="1600" dirty="0">
              <a:solidFill>
                <a:srgbClr val="0000FF"/>
              </a:solidFill>
            </a:endParaRPr>
          </a:p>
          <a:p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/>
              <a:t>where </a:t>
            </a:r>
            <a:r>
              <a:rPr lang="en-US" sz="1600" i="1" dirty="0">
                <a:solidFill>
                  <a:srgbClr val="0000FF"/>
                </a:solidFill>
              </a:rPr>
              <a:t>t</a:t>
            </a:r>
            <a:r>
              <a:rPr lang="en-US" sz="1600" dirty="0">
                <a:solidFill>
                  <a:srgbClr val="0000FF"/>
                </a:solidFill>
              </a:rPr>
              <a:t> </a:t>
            </a:r>
            <a:r>
              <a:rPr lang="en-US" sz="1600" dirty="0"/>
              <a:t>is the time since the power failure. </a:t>
            </a:r>
          </a:p>
        </p:txBody>
      </p:sp>
      <p:graphicFrame>
        <p:nvGraphicFramePr>
          <p:cNvPr id="1027" name="Object 2"/>
          <p:cNvGraphicFramePr>
            <a:graphicFrameLocks noChangeAspect="1"/>
          </p:cNvGraphicFramePr>
          <p:nvPr/>
        </p:nvGraphicFramePr>
        <p:xfrm>
          <a:off x="3478213" y="1792288"/>
          <a:ext cx="16478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4" imgW="863280" imgH="419040" progId="Equation.3">
                  <p:embed/>
                </p:oleObj>
              </mc:Choice>
              <mc:Fallback>
                <p:oleObj name="Equation" r:id="rId4" imgW="86328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1792288"/>
                        <a:ext cx="1647825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5</a:t>
            </a:fld>
            <a:endParaRPr lang="en-US" sz="10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3. Math functions (1/2)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5201627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In C, there are many libraries offering functions for you to use.</a:t>
            </a:r>
          </a:p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err="1" smtClean="0"/>
              <a:t>Eg</a:t>
            </a:r>
            <a:r>
              <a:rPr lang="en-US" sz="2400" dirty="0" smtClean="0"/>
              <a:t>: </a:t>
            </a:r>
            <a:r>
              <a:rPr lang="en-US" sz="2400" dirty="0" err="1" smtClean="0">
                <a:solidFill>
                  <a:srgbClr val="800000"/>
                </a:solidFill>
              </a:rPr>
              <a:t>scanf</a:t>
            </a:r>
            <a:r>
              <a:rPr lang="en-US" sz="2400" dirty="0" smtClean="0">
                <a:solidFill>
                  <a:srgbClr val="800000"/>
                </a:solidFill>
              </a:rPr>
              <a:t>() </a:t>
            </a:r>
            <a:r>
              <a:rPr lang="en-US" sz="2400" dirty="0" smtClean="0"/>
              <a:t>and </a:t>
            </a:r>
            <a:r>
              <a:rPr lang="en-US" sz="2400" dirty="0" err="1" smtClean="0">
                <a:solidFill>
                  <a:srgbClr val="800000"/>
                </a:solidFill>
              </a:rPr>
              <a:t>printf</a:t>
            </a:r>
            <a:r>
              <a:rPr lang="en-US" sz="2400" dirty="0" smtClean="0">
                <a:solidFill>
                  <a:srgbClr val="800000"/>
                </a:solidFill>
              </a:rPr>
              <a:t>() </a:t>
            </a:r>
            <a:r>
              <a:rPr lang="en-US" sz="2400" dirty="0" smtClean="0"/>
              <a:t>– requires to include </a:t>
            </a:r>
            <a:r>
              <a:rPr lang="en-US" sz="2400" dirty="0" smtClean="0">
                <a:solidFill>
                  <a:srgbClr val="800000"/>
                </a:solidFill>
              </a:rPr>
              <a:t>&lt;</a:t>
            </a:r>
            <a:r>
              <a:rPr lang="en-US" sz="2400" dirty="0" err="1" smtClean="0">
                <a:solidFill>
                  <a:srgbClr val="800000"/>
                </a:solidFill>
              </a:rPr>
              <a:t>stdio.h</a:t>
            </a:r>
            <a:r>
              <a:rPr lang="en-US" sz="2400" dirty="0" smtClean="0">
                <a:solidFill>
                  <a:srgbClr val="800000"/>
                </a:solidFill>
              </a:rPr>
              <a:t>&gt;</a:t>
            </a:r>
          </a:p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For </a:t>
            </a:r>
            <a:r>
              <a:rPr lang="en-US" sz="2400" i="1" dirty="0" smtClean="0"/>
              <a:t>t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, you may use t*t, or the </a:t>
            </a:r>
            <a:r>
              <a:rPr lang="en-US" sz="2400" dirty="0" err="1" smtClean="0">
                <a:solidFill>
                  <a:srgbClr val="800000"/>
                </a:solidFill>
              </a:rPr>
              <a:t>pow</a:t>
            </a:r>
            <a:r>
              <a:rPr lang="en-US" sz="2400" dirty="0" smtClean="0">
                <a:solidFill>
                  <a:srgbClr val="800000"/>
                </a:solidFill>
              </a:rPr>
              <a:t>()</a:t>
            </a:r>
            <a:r>
              <a:rPr lang="en-US" sz="2400" dirty="0" smtClean="0"/>
              <a:t> function in the math library: </a:t>
            </a:r>
            <a:r>
              <a:rPr lang="en-US" sz="2400" dirty="0" err="1" smtClean="0"/>
              <a:t>pow</a:t>
            </a:r>
            <a:r>
              <a:rPr lang="en-US" sz="2400" dirty="0" smtClean="0"/>
              <a:t>(t, 2)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pow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(x, y) // computes x raised to the power of y</a:t>
            </a:r>
            <a:endParaRPr lang="en-US" sz="2400" dirty="0" smtClean="0"/>
          </a:p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To use math functions, you need to 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/>
              <a:t>Include </a:t>
            </a:r>
            <a:r>
              <a:rPr lang="en-US" sz="2000" dirty="0" smtClean="0">
                <a:solidFill>
                  <a:srgbClr val="800000"/>
                </a:solidFill>
              </a:rPr>
              <a:t>&lt;</a:t>
            </a:r>
            <a:r>
              <a:rPr lang="en-US" sz="2000" dirty="0" err="1" smtClean="0">
                <a:solidFill>
                  <a:srgbClr val="800000"/>
                </a:solidFill>
              </a:rPr>
              <a:t>math.h</a:t>
            </a:r>
            <a:r>
              <a:rPr lang="en-US" sz="2000" dirty="0" smtClean="0">
                <a:solidFill>
                  <a:srgbClr val="800000"/>
                </a:solidFill>
              </a:rPr>
              <a:t>&gt; </a:t>
            </a:r>
            <a:r>
              <a:rPr lang="en-US" sz="2000" dirty="0" smtClean="0"/>
              <a:t>AND </a:t>
            </a:r>
          </a:p>
          <a:p>
            <a:pPr lvl="1" eaLnBrk="1" hangingPunct="1">
              <a:spcBef>
                <a:spcPts val="600"/>
              </a:spcBef>
              <a:buClrTx/>
              <a:defRPr/>
            </a:pPr>
            <a:r>
              <a:rPr lang="en-US" sz="2000" dirty="0" smtClean="0"/>
              <a:t>Compile your program with </a:t>
            </a:r>
            <a:r>
              <a:rPr lang="en-US" sz="2000" dirty="0" smtClean="0">
                <a:solidFill>
                  <a:srgbClr val="800000"/>
                </a:solidFill>
              </a:rPr>
              <a:t>–lm </a:t>
            </a:r>
            <a:r>
              <a:rPr lang="en-US" sz="2000" dirty="0" smtClean="0"/>
              <a:t>option (i.e. </a:t>
            </a:r>
            <a:r>
              <a:rPr lang="en-US" sz="2000" dirty="0" err="1" smtClean="0"/>
              <a:t>gcc</a:t>
            </a:r>
            <a:r>
              <a:rPr lang="en-US" sz="2000" dirty="0" smtClean="0"/>
              <a:t> –lm …)</a:t>
            </a:r>
          </a:p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See Tables 3.3 and 3.4 (pages 88 – 89) for some math functions</a:t>
            </a:r>
          </a:p>
        </p:txBody>
      </p:sp>
      <p:sp>
        <p:nvSpPr>
          <p:cNvPr id="9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6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3. Math functions (2/2)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939131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Some useful math functions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sz="2000" dirty="0" smtClean="0"/>
              <a:t>Function abs(x) from &lt;</a:t>
            </a:r>
            <a:r>
              <a:rPr lang="en-US" sz="2000" dirty="0" err="1" smtClean="0"/>
              <a:t>stdlib.h</a:t>
            </a:r>
            <a:r>
              <a:rPr lang="en-US" sz="2000" dirty="0" smtClean="0"/>
              <a:t>&gt;; the rest from &lt;</a:t>
            </a:r>
            <a:r>
              <a:rPr lang="en-US" sz="2000" dirty="0" err="1" smtClean="0"/>
              <a:t>math.h</a:t>
            </a:r>
            <a:r>
              <a:rPr lang="en-US" sz="2000" dirty="0" smtClean="0"/>
              <a:t>&gt; </a:t>
            </a:r>
          </a:p>
        </p:txBody>
      </p:sp>
      <p:sp>
        <p:nvSpPr>
          <p:cNvPr id="9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7</a:t>
            </a:fld>
            <a:endParaRPr lang="en-US" sz="10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350" y="2159953"/>
            <a:ext cx="4629150" cy="393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dirty="0">
                <a:sym typeface="Wingdings 2" pitchFamily="18" charset="2"/>
              </a:rPr>
              <a:t>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5. Problem Solving (1/2)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973137"/>
          </a:xfrm>
        </p:spPr>
        <p:txBody>
          <a:bodyPr>
            <a:normAutofit/>
          </a:bodyPr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dirty="0" smtClean="0"/>
              <a:t>Given a problem, how to proceed to reach a working program?</a:t>
            </a:r>
          </a:p>
          <a:p>
            <a:pPr marL="457200" indent="-457200" eaLnBrk="1" hangingPunct="1">
              <a:spcBef>
                <a:spcPts val="1200"/>
              </a:spcBef>
              <a:buSzPct val="120000"/>
              <a:buFont typeface="Wingdings" pitchFamily="2" charset="2"/>
              <a:buNone/>
            </a:pPr>
            <a:r>
              <a:rPr lang="en-GB" sz="2000" dirty="0" smtClean="0">
                <a:solidFill>
                  <a:srgbClr val="0000FF"/>
                </a:solidFill>
              </a:rPr>
              <a:t>Review week #1: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76313" y="2144546"/>
            <a:ext cx="7523162" cy="3875087"/>
            <a:chOff x="744538" y="1658938"/>
            <a:chExt cx="7523162" cy="3875087"/>
          </a:xfrm>
        </p:grpSpPr>
        <p:grpSp>
          <p:nvGrpSpPr>
            <p:cNvPr id="19462" name="Group 58"/>
            <p:cNvGrpSpPr>
              <a:grpSpLocks/>
            </p:cNvGrpSpPr>
            <p:nvPr/>
          </p:nvGrpSpPr>
          <p:grpSpPr bwMode="auto">
            <a:xfrm>
              <a:off x="3228975" y="1838325"/>
              <a:ext cx="3060700" cy="3524250"/>
              <a:chOff x="3512270" y="1838226"/>
              <a:chExt cx="3059788" cy="3525095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3521697" y="1838226"/>
                <a:ext cx="2139884" cy="40011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000" dirty="0">
                    <a:solidFill>
                      <a:srgbClr val="FFFFFF"/>
                    </a:solidFill>
                  </a:rPr>
                  <a:t>Analysis</a:t>
                </a:r>
                <a:endParaRPr lang="en-SG" sz="2000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512270" y="2867320"/>
                <a:ext cx="2158739" cy="40011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000">
                    <a:solidFill>
                      <a:srgbClr val="FFFFFF"/>
                    </a:solidFill>
                  </a:rPr>
                  <a:t>Design</a:t>
                </a:r>
                <a:endParaRPr lang="en-SG" sz="20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3512270" y="3924692"/>
                <a:ext cx="2158738" cy="40011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000">
                    <a:solidFill>
                      <a:srgbClr val="FFFFFF"/>
                    </a:solidFill>
                  </a:rPr>
                  <a:t>Implementation</a:t>
                </a:r>
                <a:endParaRPr lang="en-SG" sz="200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512270" y="4963211"/>
                <a:ext cx="2158738" cy="400110"/>
              </a:xfrm>
              <a:prstGeom prst="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000">
                    <a:solidFill>
                      <a:srgbClr val="FFFFFF"/>
                    </a:solidFill>
                  </a:rPr>
                  <a:t>Testing</a:t>
                </a:r>
                <a:endParaRPr lang="en-SG" sz="200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19480" name="Straight Arrow Connector 12"/>
              <p:cNvCxnSpPr>
                <a:cxnSpLocks noChangeShapeType="1"/>
              </p:cNvCxnSpPr>
              <p:nvPr/>
            </p:nvCxnSpPr>
            <p:spPr bwMode="auto">
              <a:xfrm rot="5400000">
                <a:off x="4313549" y="2559377"/>
                <a:ext cx="556181" cy="1588"/>
              </a:xfrm>
              <a:prstGeom prst="straightConnector1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triangle" w="lg" len="med"/>
                <a:tailEnd type="triangle" w="lg" len="med"/>
              </a:ln>
            </p:spPr>
          </p:cxnSp>
          <p:cxnSp>
            <p:nvCxnSpPr>
              <p:cNvPr id="19481" name="Straight Arrow Connector 14"/>
              <p:cNvCxnSpPr>
                <a:cxnSpLocks noChangeShapeType="1"/>
              </p:cNvCxnSpPr>
              <p:nvPr/>
            </p:nvCxnSpPr>
            <p:spPr bwMode="auto">
              <a:xfrm rot="5400000">
                <a:off x="4313549" y="3597898"/>
                <a:ext cx="556181" cy="1588"/>
              </a:xfrm>
              <a:prstGeom prst="straightConnector1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triangle" w="lg" len="med"/>
                <a:tailEnd type="triangle" w="lg" len="med"/>
              </a:ln>
            </p:spPr>
          </p:cxnSp>
          <p:cxnSp>
            <p:nvCxnSpPr>
              <p:cNvPr id="19482" name="Straight Arrow Connector 15"/>
              <p:cNvCxnSpPr>
                <a:cxnSpLocks noChangeShapeType="1"/>
              </p:cNvCxnSpPr>
              <p:nvPr/>
            </p:nvCxnSpPr>
            <p:spPr bwMode="auto">
              <a:xfrm rot="5400000">
                <a:off x="4313549" y="4644273"/>
                <a:ext cx="556181" cy="1588"/>
              </a:xfrm>
              <a:prstGeom prst="straightConnector1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triangle" w="lg" len="med"/>
                <a:tailEnd type="triangle" w="lg" len="med"/>
              </a:ln>
            </p:spPr>
          </p:cxnSp>
          <p:cxnSp>
            <p:nvCxnSpPr>
              <p:cNvPr id="19483" name="Straight Connector 26"/>
              <p:cNvCxnSpPr>
                <a:cxnSpLocks noChangeShapeType="1"/>
              </p:cNvCxnSpPr>
              <p:nvPr/>
            </p:nvCxnSpPr>
            <p:spPr bwMode="auto">
              <a:xfrm>
                <a:off x="5674936" y="4128940"/>
                <a:ext cx="292231" cy="0"/>
              </a:xfrm>
              <a:prstGeom prst="line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84" name="Straight Connector 2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977352" y="3120272"/>
                <a:ext cx="1998482" cy="0"/>
              </a:xfrm>
              <a:prstGeom prst="line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85" name="Straight Connector 31"/>
              <p:cNvCxnSpPr>
                <a:cxnSpLocks noChangeShapeType="1"/>
              </p:cNvCxnSpPr>
              <p:nvPr/>
            </p:nvCxnSpPr>
            <p:spPr bwMode="auto">
              <a:xfrm rot="10800000">
                <a:off x="5656082" y="2111604"/>
                <a:ext cx="320514" cy="0"/>
              </a:xfrm>
              <a:prstGeom prst="line">
                <a:avLst/>
              </a:prstGeom>
              <a:noFill/>
              <a:ln w="28575" cap="sq" algn="ctr">
                <a:solidFill>
                  <a:schemeClr val="tx1"/>
                </a:solidFill>
                <a:round/>
                <a:headEnd type="none" w="lg" len="med"/>
                <a:tailEnd type="triangle" w="med" len="med"/>
              </a:ln>
            </p:spPr>
          </p:cxnSp>
          <p:cxnSp>
            <p:nvCxnSpPr>
              <p:cNvPr id="19486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5667080" y="5073191"/>
                <a:ext cx="554611" cy="0"/>
              </a:xfrm>
              <a:prstGeom prst="line">
                <a:avLst/>
              </a:prstGeom>
              <a:noFill/>
              <a:ln w="28575" cap="sq" algn="ctr">
                <a:solidFill>
                  <a:srgbClr val="0066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87" name="Straight Connector 3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661558" y="3502058"/>
                <a:ext cx="3120272" cy="0"/>
              </a:xfrm>
              <a:prstGeom prst="line">
                <a:avLst/>
              </a:prstGeom>
              <a:noFill/>
              <a:ln w="28575" cap="sq" algn="ctr">
                <a:solidFill>
                  <a:srgbClr val="0066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88" name="Straight Connector 41"/>
              <p:cNvCxnSpPr>
                <a:cxnSpLocks noChangeShapeType="1"/>
              </p:cNvCxnSpPr>
              <p:nvPr/>
            </p:nvCxnSpPr>
            <p:spPr bwMode="auto">
              <a:xfrm rot="10800000">
                <a:off x="5657657" y="1943493"/>
                <a:ext cx="564034" cy="0"/>
              </a:xfrm>
              <a:prstGeom prst="line">
                <a:avLst/>
              </a:prstGeom>
              <a:noFill/>
              <a:ln w="28575" cap="sq" algn="ctr">
                <a:solidFill>
                  <a:srgbClr val="006600"/>
                </a:solidFill>
                <a:round/>
                <a:headEnd type="none" w="lg" len="med"/>
                <a:tailEnd type="triangle" w="med" len="med"/>
              </a:ln>
            </p:spPr>
          </p:cxnSp>
          <p:cxnSp>
            <p:nvCxnSpPr>
              <p:cNvPr id="19489" name="Straight Connector 48"/>
              <p:cNvCxnSpPr>
                <a:cxnSpLocks noChangeShapeType="1"/>
              </p:cNvCxnSpPr>
              <p:nvPr/>
            </p:nvCxnSpPr>
            <p:spPr bwMode="auto">
              <a:xfrm>
                <a:off x="5678078" y="5235018"/>
                <a:ext cx="882978" cy="0"/>
              </a:xfrm>
              <a:prstGeom prst="line">
                <a:avLst/>
              </a:prstGeom>
              <a:noFill/>
              <a:ln w="28575" cap="sq" algn="ctr">
                <a:solidFill>
                  <a:srgbClr val="8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90" name="Straight Connector 5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496616" y="4148580"/>
                <a:ext cx="2150883" cy="0"/>
              </a:xfrm>
              <a:prstGeom prst="line">
                <a:avLst/>
              </a:prstGeom>
              <a:noFill/>
              <a:ln w="28575" cap="sq" algn="ctr">
                <a:solidFill>
                  <a:srgbClr val="800000"/>
                </a:solidFill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91" name="Straight Connector 52"/>
              <p:cNvCxnSpPr>
                <a:cxnSpLocks noChangeShapeType="1"/>
              </p:cNvCxnSpPr>
              <p:nvPr/>
            </p:nvCxnSpPr>
            <p:spPr bwMode="auto">
              <a:xfrm rot="10800000">
                <a:off x="5684364" y="3054284"/>
                <a:ext cx="886121" cy="0"/>
              </a:xfrm>
              <a:prstGeom prst="line">
                <a:avLst/>
              </a:prstGeom>
              <a:noFill/>
              <a:ln w="28575" cap="sq" algn="ctr">
                <a:solidFill>
                  <a:srgbClr val="800000"/>
                </a:solidFill>
                <a:round/>
                <a:headEnd type="none" w="lg" len="med"/>
                <a:tailEnd type="triangle" w="med" len="med"/>
              </a:ln>
            </p:spPr>
          </p:cxnSp>
        </p:grpSp>
        <p:sp>
          <p:nvSpPr>
            <p:cNvPr id="19463" name="TextBox 24"/>
            <p:cNvSpPr txBox="1">
              <a:spLocks noChangeArrowheads="1"/>
            </p:cNvSpPr>
            <p:nvPr/>
          </p:nvSpPr>
          <p:spPr bwMode="auto">
            <a:xfrm>
              <a:off x="942975" y="1658938"/>
              <a:ext cx="2139950" cy="646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Determine problem features</a:t>
              </a:r>
            </a:p>
          </p:txBody>
        </p:sp>
        <p:sp>
          <p:nvSpPr>
            <p:cNvPr id="19464" name="TextBox 25"/>
            <p:cNvSpPr txBox="1">
              <a:spLocks noChangeArrowheads="1"/>
            </p:cNvSpPr>
            <p:nvPr/>
          </p:nvSpPr>
          <p:spPr bwMode="auto">
            <a:xfrm>
              <a:off x="942975" y="2773363"/>
              <a:ext cx="2139950" cy="368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Write algorithm</a:t>
              </a:r>
            </a:p>
          </p:txBody>
        </p:sp>
        <p:sp>
          <p:nvSpPr>
            <p:cNvPr id="19465" name="TextBox 26"/>
            <p:cNvSpPr txBox="1">
              <a:spLocks noChangeArrowheads="1"/>
            </p:cNvSpPr>
            <p:nvPr/>
          </p:nvSpPr>
          <p:spPr bwMode="auto">
            <a:xfrm>
              <a:off x="942975" y="3830638"/>
              <a:ext cx="2139950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Produce code</a:t>
              </a:r>
            </a:p>
          </p:txBody>
        </p:sp>
        <p:sp>
          <p:nvSpPr>
            <p:cNvPr id="19466" name="TextBox 27"/>
            <p:cNvSpPr txBox="1">
              <a:spLocks noChangeArrowheads="1"/>
            </p:cNvSpPr>
            <p:nvPr/>
          </p:nvSpPr>
          <p:spPr bwMode="auto">
            <a:xfrm>
              <a:off x="744538" y="4887913"/>
              <a:ext cx="2535237" cy="646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Check for correctness and efficiency</a:t>
              </a:r>
            </a:p>
          </p:txBody>
        </p:sp>
        <p:sp>
          <p:nvSpPr>
            <p:cNvPr id="19467" name="TextBox 28"/>
            <p:cNvSpPr txBox="1">
              <a:spLocks noChangeArrowheads="1"/>
            </p:cNvSpPr>
            <p:nvPr/>
          </p:nvSpPr>
          <p:spPr bwMode="auto">
            <a:xfrm>
              <a:off x="6608763" y="2476500"/>
              <a:ext cx="1658937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i="1"/>
                <a:t>Rethink as appropriate</a:t>
              </a:r>
            </a:p>
          </p:txBody>
        </p:sp>
      </p:grpSp>
      <p:sp>
        <p:nvSpPr>
          <p:cNvPr id="2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8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5. Problem Solving (2/2)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27038" y="1282700"/>
            <a:ext cx="8523287" cy="5118100"/>
            <a:chOff x="427038" y="1282889"/>
            <a:chExt cx="8522993" cy="5117908"/>
          </a:xfrm>
        </p:grpSpPr>
        <p:sp>
          <p:nvSpPr>
            <p:cNvPr id="8" name="Rectangle 7"/>
            <p:cNvSpPr/>
            <p:nvPr/>
          </p:nvSpPr>
          <p:spPr bwMode="auto">
            <a:xfrm>
              <a:off x="1793175" y="1746913"/>
              <a:ext cx="5296395" cy="4653884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headEnd type="none" w="sm" len="sm"/>
              <a:tailEnd type="none" w="sm" len="sm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0488" name="Straight Arrow Connector 9"/>
            <p:cNvCxnSpPr>
              <a:cxnSpLocks noChangeShapeType="1"/>
            </p:cNvCxnSpPr>
            <p:nvPr/>
          </p:nvCxnSpPr>
          <p:spPr bwMode="auto">
            <a:xfrm flipV="1">
              <a:off x="487363" y="4049713"/>
              <a:ext cx="1293812" cy="1111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427038" y="3456095"/>
              <a:ext cx="1198521" cy="64767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Arial" charset="0"/>
                  <a:cs typeface="Arial" charset="0"/>
                </a:rPr>
                <a:t>problem</a:t>
              </a:r>
            </a:p>
            <a:p>
              <a:pPr>
                <a:defRPr/>
              </a:pPr>
              <a:r>
                <a:rPr lang="en-US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Arial" charset="0"/>
                  <a:cs typeface="Arial" charset="0"/>
                </a:rPr>
                <a:t>statement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70143" y="2173444"/>
              <a:ext cx="2173212" cy="646088"/>
            </a:xfrm>
            <a:prstGeom prst="rect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/>
                <a:t>stepwise</a:t>
              </a:r>
            </a:p>
            <a:p>
              <a:pPr algn="ctr">
                <a:defRPr/>
              </a:pPr>
              <a:r>
                <a:rPr lang="en-US" dirty="0"/>
                <a:t>refinement</a:t>
              </a:r>
            </a:p>
          </p:txBody>
        </p:sp>
        <p:cxnSp>
          <p:nvCxnSpPr>
            <p:cNvPr id="20491" name="Straight Arrow Connector 13"/>
            <p:cNvCxnSpPr>
              <a:cxnSpLocks noChangeShapeType="1"/>
              <a:stCxn id="12" idx="2"/>
            </p:cNvCxnSpPr>
            <p:nvPr/>
          </p:nvCxnSpPr>
          <p:spPr bwMode="auto">
            <a:xfrm rot="16200000" flipH="1">
              <a:off x="3912394" y="3164681"/>
              <a:ext cx="719138" cy="28575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0492" name="TextBox 14"/>
            <p:cNvSpPr txBox="1">
              <a:spLocks noChangeArrowheads="1"/>
            </p:cNvSpPr>
            <p:nvPr/>
          </p:nvSpPr>
          <p:spPr bwMode="auto">
            <a:xfrm>
              <a:off x="4216400" y="2909888"/>
              <a:ext cx="133722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6600"/>
                  </a:solidFill>
                </a:rPr>
                <a:t>( hierarchy of )</a:t>
              </a:r>
            </a:p>
            <a:p>
              <a:r>
                <a:rPr lang="en-US" sz="1400">
                  <a:solidFill>
                    <a:srgbClr val="006600"/>
                  </a:solidFill>
                </a:rPr>
                <a:t> sub-problems</a:t>
              </a:r>
            </a:p>
          </p:txBody>
        </p:sp>
        <p:sp>
          <p:nvSpPr>
            <p:cNvPr id="20493" name="Diamond 17"/>
            <p:cNvSpPr>
              <a:spLocks noChangeArrowheads="1"/>
            </p:cNvSpPr>
            <p:nvPr/>
          </p:nvSpPr>
          <p:spPr bwMode="auto">
            <a:xfrm>
              <a:off x="2933700" y="3514725"/>
              <a:ext cx="2754313" cy="1139825"/>
            </a:xfrm>
            <a:prstGeom prst="diamond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TextBox 18"/>
            <p:cNvSpPr txBox="1">
              <a:spLocks noChangeArrowheads="1"/>
            </p:cNvSpPr>
            <p:nvPr/>
          </p:nvSpPr>
          <p:spPr bwMode="auto">
            <a:xfrm>
              <a:off x="3419475" y="3776663"/>
              <a:ext cx="1816100" cy="58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 dirty="0"/>
                <a:t>sub-problems can</a:t>
              </a:r>
            </a:p>
            <a:p>
              <a:r>
                <a:rPr lang="en-US" sz="1600" dirty="0"/>
                <a:t>be </a:t>
              </a:r>
              <a:r>
                <a:rPr lang="en-US" sz="1600" dirty="0" smtClean="0"/>
                <a:t>implemented?</a:t>
              </a:r>
              <a:endParaRPr lang="en-US" sz="1600" dirty="0"/>
            </a:p>
          </p:txBody>
        </p:sp>
        <p:cxnSp>
          <p:nvCxnSpPr>
            <p:cNvPr id="20495" name="Elbow Connector 20"/>
            <p:cNvCxnSpPr>
              <a:cxnSpLocks noChangeShapeType="1"/>
              <a:stCxn id="20493" idx="1"/>
              <a:endCxn id="12" idx="0"/>
            </p:cNvCxnSpPr>
            <p:nvPr/>
          </p:nvCxnSpPr>
          <p:spPr bwMode="auto">
            <a:xfrm rot="10800000" flipH="1">
              <a:off x="2933700" y="2173288"/>
              <a:ext cx="1323975" cy="1911350"/>
            </a:xfrm>
            <a:prstGeom prst="bentConnector4">
              <a:avLst>
                <a:gd name="adj1" fmla="val -29819"/>
                <a:gd name="adj2" fmla="val 111958"/>
              </a:avLst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0496" name="Flowchart: Magnetic Disk 36"/>
            <p:cNvSpPr>
              <a:spLocks noChangeArrowheads="1"/>
            </p:cNvSpPr>
            <p:nvPr/>
          </p:nvSpPr>
          <p:spPr bwMode="auto">
            <a:xfrm>
              <a:off x="1935163" y="4892675"/>
              <a:ext cx="1390650" cy="1289050"/>
            </a:xfrm>
            <a:prstGeom prst="flowChartMagneticDisk">
              <a:avLst/>
            </a:prstGeom>
            <a:solidFill>
              <a:schemeClr val="accent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lowchart: Magnetic Disk 37"/>
            <p:cNvSpPr>
              <a:spLocks noChangeArrowheads="1"/>
            </p:cNvSpPr>
            <p:nvPr/>
          </p:nvSpPr>
          <p:spPr bwMode="auto">
            <a:xfrm>
              <a:off x="3775075" y="4986338"/>
              <a:ext cx="1235075" cy="1289050"/>
            </a:xfrm>
            <a:prstGeom prst="flowChartMagneticDisk">
              <a:avLst/>
            </a:prstGeom>
            <a:solidFill>
              <a:schemeClr val="accent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lowchart: Magnetic Disk 38"/>
            <p:cNvSpPr>
              <a:spLocks noChangeArrowheads="1"/>
            </p:cNvSpPr>
            <p:nvPr/>
          </p:nvSpPr>
          <p:spPr bwMode="auto">
            <a:xfrm>
              <a:off x="5387975" y="4900613"/>
              <a:ext cx="1452563" cy="1289050"/>
            </a:xfrm>
            <a:prstGeom prst="flowChartMagneticDisk">
              <a:avLst/>
            </a:prstGeom>
            <a:solidFill>
              <a:schemeClr val="accent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TextBox 39"/>
            <p:cNvSpPr txBox="1">
              <a:spLocks noChangeArrowheads="1"/>
            </p:cNvSpPr>
            <p:nvPr/>
          </p:nvSpPr>
          <p:spPr bwMode="auto">
            <a:xfrm>
              <a:off x="2005013" y="5448300"/>
              <a:ext cx="1249362" cy="46196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Knowledge in </a:t>
              </a:r>
              <a:r>
                <a:rPr lang="en-US" sz="1200">
                  <a:solidFill>
                    <a:srgbClr val="FF0000"/>
                  </a:solidFill>
                </a:rPr>
                <a:t>C</a:t>
              </a:r>
            </a:p>
            <a:p>
              <a:r>
                <a:rPr lang="en-US" sz="1200"/>
                <a:t>and its libraries</a:t>
              </a:r>
            </a:p>
          </p:txBody>
        </p:sp>
        <p:sp>
          <p:nvSpPr>
            <p:cNvPr id="20500" name="TextBox 40"/>
            <p:cNvSpPr txBox="1">
              <a:spLocks noChangeArrowheads="1"/>
            </p:cNvSpPr>
            <p:nvPr/>
          </p:nvSpPr>
          <p:spPr bwMode="auto">
            <a:xfrm>
              <a:off x="3856038" y="5529263"/>
              <a:ext cx="1103312" cy="4619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Knowledge in</a:t>
              </a:r>
            </a:p>
            <a:p>
              <a:r>
                <a:rPr lang="en-US" sz="1200">
                  <a:solidFill>
                    <a:srgbClr val="C00000"/>
                  </a:solidFill>
                </a:rPr>
                <a:t>algorithms</a:t>
              </a:r>
            </a:p>
          </p:txBody>
        </p:sp>
        <p:sp>
          <p:nvSpPr>
            <p:cNvPr id="20501" name="TextBox 41"/>
            <p:cNvSpPr txBox="1">
              <a:spLocks noChangeArrowheads="1"/>
            </p:cNvSpPr>
            <p:nvPr/>
          </p:nvSpPr>
          <p:spPr bwMode="auto">
            <a:xfrm>
              <a:off x="5468938" y="5360988"/>
              <a:ext cx="1327150" cy="6477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/>
                <a:t>Knowledge in</a:t>
              </a:r>
            </a:p>
            <a:p>
              <a:r>
                <a:rPr lang="en-US" sz="1200">
                  <a:solidFill>
                    <a:srgbClr val="C00000"/>
                  </a:solidFill>
                </a:rPr>
                <a:t>data structure</a:t>
              </a:r>
            </a:p>
            <a:p>
              <a:r>
                <a:rPr lang="en-US" sz="1200"/>
                <a:t>(mostly CS1020)</a:t>
              </a:r>
            </a:p>
          </p:txBody>
        </p:sp>
        <p:sp>
          <p:nvSpPr>
            <p:cNvPr id="45" name="Right Arrow 44"/>
            <p:cNvSpPr/>
            <p:nvPr/>
          </p:nvSpPr>
          <p:spPr bwMode="auto">
            <a:xfrm>
              <a:off x="2602478" y="4524498"/>
              <a:ext cx="853241" cy="356260"/>
            </a:xfrm>
            <a:prstGeom prst="rightArrow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scene3d>
              <a:camera prst="orthographicFront">
                <a:rot lat="13800000" lon="1200000" rev="2400000"/>
              </a:camera>
              <a:lightRig rig="threePt" dir="t"/>
            </a:scene3d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48" name="Right Arrow 47"/>
            <p:cNvSpPr/>
            <p:nvPr/>
          </p:nvSpPr>
          <p:spPr bwMode="auto">
            <a:xfrm>
              <a:off x="5165569" y="4488872"/>
              <a:ext cx="853241" cy="342404"/>
            </a:xfrm>
            <a:prstGeom prst="rightArrow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scene3d>
              <a:camera prst="orthographicFront">
                <a:rot lat="18600000" lon="2400000" rev="5400000"/>
              </a:camera>
              <a:lightRig rig="threePt" dir="t"/>
            </a:scene3d>
          </p:spPr>
          <p:txBody>
            <a:bodyPr/>
            <a:lstStyle/>
            <a:p>
              <a:pPr>
                <a:defRPr/>
              </a:pPr>
              <a:endParaRPr lang="en-US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latin typeface="Arial" charset="0"/>
                <a:cs typeface="Arial" charset="0"/>
              </a:endParaRPr>
            </a:p>
          </p:txBody>
        </p:sp>
        <p:sp>
          <p:nvSpPr>
            <p:cNvPr id="56" name="Right Arrow 55"/>
            <p:cNvSpPr/>
            <p:nvPr/>
          </p:nvSpPr>
          <p:spPr bwMode="auto">
            <a:xfrm rot="1320000">
              <a:off x="3864415" y="4818729"/>
              <a:ext cx="714260" cy="379693"/>
            </a:xfrm>
            <a:prstGeom prst="rightArrow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scene3d>
              <a:camera prst="orthographicFront">
                <a:rot lat="18600000" lon="2400000" rev="5400000"/>
              </a:camera>
              <a:lightRig rig="threePt" dir="t"/>
            </a:scene3d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20505" name="TextBox 56"/>
            <p:cNvSpPr txBox="1">
              <a:spLocks noChangeArrowheads="1"/>
            </p:cNvSpPr>
            <p:nvPr/>
          </p:nvSpPr>
          <p:spPr bwMode="auto">
            <a:xfrm>
              <a:off x="2076450" y="2954338"/>
              <a:ext cx="454025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NO</a:t>
              </a:r>
            </a:p>
          </p:txBody>
        </p:sp>
        <p:sp>
          <p:nvSpPr>
            <p:cNvPr id="20506" name="TextBox 59"/>
            <p:cNvSpPr txBox="1">
              <a:spLocks noChangeArrowheads="1"/>
            </p:cNvSpPr>
            <p:nvPr/>
          </p:nvSpPr>
          <p:spPr bwMode="auto">
            <a:xfrm>
              <a:off x="6029325" y="3736975"/>
              <a:ext cx="544513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YES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187967" y="4172031"/>
              <a:ext cx="1762064" cy="64608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Arial" charset="0"/>
                  <a:cs typeface="Arial" charset="0"/>
                </a:rPr>
                <a:t>Implementation</a:t>
              </a:r>
            </a:p>
            <a:p>
              <a:pPr>
                <a:defRPr/>
              </a:pPr>
              <a:r>
                <a:rPr lang="en-US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Arial" charset="0"/>
                  <a:cs typeface="Arial" charset="0"/>
                </a:rPr>
                <a:t>&amp; Testing</a:t>
              </a:r>
            </a:p>
          </p:txBody>
        </p:sp>
        <p:sp>
          <p:nvSpPr>
            <p:cNvPr id="20508" name="TextBox 69"/>
            <p:cNvSpPr txBox="1">
              <a:spLocks noChangeArrowheads="1"/>
            </p:cNvSpPr>
            <p:nvPr/>
          </p:nvSpPr>
          <p:spPr bwMode="auto">
            <a:xfrm>
              <a:off x="5768975" y="4059238"/>
              <a:ext cx="141605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006600"/>
                  </a:solidFill>
                </a:rPr>
                <a:t>structure chart</a:t>
              </a:r>
            </a:p>
          </p:txBody>
        </p:sp>
        <p:cxnSp>
          <p:nvCxnSpPr>
            <p:cNvPr id="20509" name="Elbow Connector 72"/>
            <p:cNvCxnSpPr>
              <a:cxnSpLocks noChangeShapeType="1"/>
            </p:cNvCxnSpPr>
            <p:nvPr/>
          </p:nvCxnSpPr>
          <p:spPr bwMode="auto">
            <a:xfrm rot="16200000" flipV="1">
              <a:off x="6241257" y="2137236"/>
              <a:ext cx="2362200" cy="1566863"/>
            </a:xfrm>
            <a:prstGeom prst="bentConnector3">
              <a:avLst>
                <a:gd name="adj1" fmla="val 125782"/>
              </a:avLst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0510" name="Straight Arrow Connector 32"/>
            <p:cNvCxnSpPr>
              <a:cxnSpLocks noChangeShapeType="1"/>
            </p:cNvCxnSpPr>
            <p:nvPr/>
          </p:nvCxnSpPr>
          <p:spPr bwMode="auto">
            <a:xfrm>
              <a:off x="5663821" y="4094329"/>
              <a:ext cx="311168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0511" name="TextBox 37"/>
            <p:cNvSpPr txBox="1">
              <a:spLocks noChangeArrowheads="1"/>
            </p:cNvSpPr>
            <p:nvPr/>
          </p:nvSpPr>
          <p:spPr bwMode="auto">
            <a:xfrm>
              <a:off x="1924334" y="1282889"/>
              <a:ext cx="333005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>
                  <a:solidFill>
                    <a:srgbClr val="0000FF"/>
                  </a:solidFill>
                </a:rPr>
                <a:t>Analysis and Design</a:t>
              </a:r>
              <a:endParaRPr lang="en-SG" sz="2400">
                <a:solidFill>
                  <a:srgbClr val="0000FF"/>
                </a:solidFill>
              </a:endParaRPr>
            </a:p>
          </p:txBody>
        </p:sp>
      </p:grpSp>
      <p:sp>
        <p:nvSpPr>
          <p:cNvPr id="30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9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Case Study: </a:t>
            </a:r>
            <a:br>
              <a:rPr lang="en-US" dirty="0" smtClean="0"/>
            </a:br>
            <a:r>
              <a:rPr lang="en-US" dirty="0" smtClean="0"/>
              <a:t>Area and Circumference of a circle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Problem:</a:t>
            </a:r>
          </a:p>
          <a:p>
            <a:pPr lvl="1"/>
            <a:r>
              <a:rPr lang="en-US" dirty="0" smtClean="0"/>
              <a:t>Get the radius</a:t>
            </a:r>
          </a:p>
          <a:p>
            <a:pPr lvl="1"/>
            <a:r>
              <a:rPr lang="en-US" dirty="0" smtClean="0"/>
              <a:t>Print area and circumference</a:t>
            </a:r>
          </a:p>
          <a:p>
            <a:r>
              <a:rPr lang="en-US" dirty="0" smtClean="0"/>
              <a:t>Analysis: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962" y="3420533"/>
            <a:ext cx="5044903" cy="3228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622211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Implementation: You have done it!</a:t>
            </a:r>
          </a:p>
          <a:p>
            <a:r>
              <a:rPr lang="en-US" dirty="0" smtClean="0"/>
              <a:t>Testing:</a:t>
            </a:r>
          </a:p>
          <a:p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957" y="1659467"/>
            <a:ext cx="5498599" cy="1720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256" y="4851961"/>
            <a:ext cx="4363411" cy="1117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46871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Top-down Design (1/12)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5257800"/>
          </a:xfrm>
        </p:spPr>
        <p:txBody>
          <a:bodyPr/>
          <a:lstStyle/>
          <a:p>
            <a:pPr marL="0" indent="0" eaLnBrk="1" hangingPunct="1">
              <a:buSzPct val="120000"/>
              <a:buFont typeface="Wingdings" pitchFamily="2" charset="2"/>
              <a:buNone/>
              <a:defRPr/>
            </a:pPr>
            <a:r>
              <a:rPr lang="en-GB" sz="2000" dirty="0" smtClean="0"/>
              <a:t>You work for a hardware company that manufactures flat washers. To estimate shipping costs, your company needs a program that computes the weight of a specified quantity of flat washers.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pic>
        <p:nvPicPr>
          <p:cNvPr id="20486" name="Picture 2" descr="fig0304"/>
          <p:cNvPicPr preferRelativeResize="0"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1109663" y="2620963"/>
            <a:ext cx="5830887" cy="323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513263" y="2994025"/>
            <a:ext cx="4090987" cy="461963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400" i="1" dirty="0"/>
              <a:t>rim area </a:t>
            </a:r>
            <a:r>
              <a:rPr lang="en-US" sz="2400" dirty="0"/>
              <a:t>= </a:t>
            </a:r>
            <a:r>
              <a:rPr lang="en-US" sz="2400" dirty="0">
                <a:sym typeface="Symbol"/>
              </a:rPr>
              <a:t></a:t>
            </a:r>
            <a:r>
              <a:rPr lang="en-US" sz="2400" dirty="0"/>
              <a:t>(</a:t>
            </a:r>
            <a:r>
              <a:rPr lang="en-US" sz="2400" i="1" dirty="0"/>
              <a:t>d</a:t>
            </a:r>
            <a:r>
              <a:rPr lang="en-US" sz="2400" baseline="-25000" dirty="0"/>
              <a:t>2</a:t>
            </a:r>
            <a:r>
              <a:rPr lang="en-US" sz="2400" dirty="0"/>
              <a:t>/2)</a:t>
            </a:r>
            <a:r>
              <a:rPr lang="en-US" sz="2400" baseline="30000" dirty="0"/>
              <a:t>2</a:t>
            </a:r>
            <a:r>
              <a:rPr lang="en-US" sz="2400" dirty="0"/>
              <a:t> – </a:t>
            </a:r>
            <a:r>
              <a:rPr lang="en-US" sz="2400" dirty="0">
                <a:sym typeface="Symbol"/>
              </a:rPr>
              <a:t></a:t>
            </a:r>
            <a:r>
              <a:rPr lang="en-US" sz="2400" dirty="0"/>
              <a:t>(</a:t>
            </a:r>
            <a:r>
              <a:rPr lang="en-US" sz="2400" i="1" dirty="0"/>
              <a:t>d</a:t>
            </a:r>
            <a:r>
              <a:rPr lang="en-US" sz="2400" baseline="-25000" dirty="0"/>
              <a:t>1</a:t>
            </a:r>
            <a:r>
              <a:rPr lang="en-US" sz="2400" dirty="0"/>
              <a:t>/2)</a:t>
            </a:r>
            <a:r>
              <a:rPr lang="en-US" sz="2400" baseline="30000" dirty="0"/>
              <a:t>2</a:t>
            </a:r>
            <a:endParaRPr lang="en-SG" sz="2400" baseline="30000" dirty="0"/>
          </a:p>
        </p:txBody>
      </p:sp>
      <p:sp>
        <p:nvSpPr>
          <p:cNvPr id="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12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10025" y="3529013"/>
            <a:ext cx="29527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Top-down Design (2/12)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2422525"/>
          </a:xfrm>
        </p:spPr>
        <p:txBody>
          <a:bodyPr/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b="1" smtClean="0"/>
              <a:t>Analysis: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1800" smtClean="0">
                <a:solidFill>
                  <a:srgbClr val="0000FF"/>
                </a:solidFill>
              </a:rPr>
              <a:t>To get the weight of a specified </a:t>
            </a:r>
            <a:r>
              <a:rPr lang="en-GB" sz="1800" smtClean="0">
                <a:solidFill>
                  <a:srgbClr val="C00000"/>
                </a:solidFill>
              </a:rPr>
              <a:t>qty</a:t>
            </a:r>
            <a:r>
              <a:rPr lang="en-GB" sz="1800" smtClean="0">
                <a:solidFill>
                  <a:srgbClr val="0000FF"/>
                </a:solidFill>
              </a:rPr>
              <a:t> of washer, we need to know the </a:t>
            </a:r>
            <a:r>
              <a:rPr lang="en-GB" sz="1800" smtClean="0">
                <a:solidFill>
                  <a:srgbClr val="C00000"/>
                </a:solidFill>
              </a:rPr>
              <a:t>weight</a:t>
            </a:r>
            <a:r>
              <a:rPr lang="en-GB" sz="1800" smtClean="0">
                <a:solidFill>
                  <a:srgbClr val="0000FF"/>
                </a:solidFill>
              </a:rPr>
              <a:t> of each washer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1800" smtClean="0">
                <a:solidFill>
                  <a:srgbClr val="0000FF"/>
                </a:solidFill>
              </a:rPr>
              <a:t>To get the weight of a washer, we need its </a:t>
            </a:r>
            <a:r>
              <a:rPr lang="en-GB" sz="1800" smtClean="0">
                <a:solidFill>
                  <a:srgbClr val="C00000"/>
                </a:solidFill>
              </a:rPr>
              <a:t>volume</a:t>
            </a:r>
            <a:r>
              <a:rPr lang="en-GB" sz="1800" smtClean="0">
                <a:solidFill>
                  <a:srgbClr val="0000FF"/>
                </a:solidFill>
              </a:rPr>
              <a:t> </a:t>
            </a:r>
            <a:r>
              <a:rPr lang="en-GB" sz="1800" smtClean="0">
                <a:solidFill>
                  <a:srgbClr val="0000FF"/>
                </a:solidFill>
                <a:sym typeface="Symbol" pitchFamily="18" charset="2"/>
              </a:rPr>
              <a:t></a:t>
            </a:r>
            <a:r>
              <a:rPr lang="en-GB" sz="1800" smtClean="0">
                <a:solidFill>
                  <a:srgbClr val="0000FF"/>
                </a:solidFill>
              </a:rPr>
              <a:t> </a:t>
            </a:r>
            <a:r>
              <a:rPr lang="en-GB" sz="1800" smtClean="0">
                <a:solidFill>
                  <a:srgbClr val="C00000"/>
                </a:solidFill>
              </a:rPr>
              <a:t>density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1800" smtClean="0">
                <a:solidFill>
                  <a:srgbClr val="0000FF"/>
                </a:solidFill>
              </a:rPr>
              <a:t>To get volume, we need its </a:t>
            </a:r>
            <a:r>
              <a:rPr lang="en-GB" sz="1800" smtClean="0">
                <a:solidFill>
                  <a:srgbClr val="C00000"/>
                </a:solidFill>
              </a:rPr>
              <a:t>rim area</a:t>
            </a:r>
            <a:r>
              <a:rPr lang="en-GB" sz="1800" smtClean="0">
                <a:solidFill>
                  <a:srgbClr val="0000FF"/>
                </a:solidFill>
              </a:rPr>
              <a:t> </a:t>
            </a:r>
            <a:r>
              <a:rPr lang="en-GB" sz="1800" smtClean="0">
                <a:solidFill>
                  <a:srgbClr val="0000FF"/>
                </a:solidFill>
                <a:sym typeface="Symbol" pitchFamily="18" charset="2"/>
              </a:rPr>
              <a:t></a:t>
            </a:r>
            <a:r>
              <a:rPr lang="en-GB" sz="1800" smtClean="0">
                <a:solidFill>
                  <a:srgbClr val="0000FF"/>
                </a:solidFill>
              </a:rPr>
              <a:t> </a:t>
            </a:r>
            <a:r>
              <a:rPr lang="en-GB" sz="1800" smtClean="0">
                <a:solidFill>
                  <a:srgbClr val="C00000"/>
                </a:solidFill>
              </a:rPr>
              <a:t>thickness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1800" smtClean="0">
                <a:solidFill>
                  <a:srgbClr val="0000FF"/>
                </a:solidFill>
              </a:rPr>
              <a:t>To get the rim area, we need </a:t>
            </a:r>
            <a:r>
              <a:rPr lang="en-GB" sz="1800" smtClean="0">
                <a:solidFill>
                  <a:srgbClr val="C00000"/>
                </a:solidFill>
              </a:rPr>
              <a:t>d2</a:t>
            </a:r>
            <a:r>
              <a:rPr lang="en-GB" sz="1800" smtClean="0">
                <a:solidFill>
                  <a:srgbClr val="0000FF"/>
                </a:solidFill>
              </a:rPr>
              <a:t> and </a:t>
            </a:r>
            <a:r>
              <a:rPr lang="en-GB" sz="1800" smtClean="0">
                <a:solidFill>
                  <a:srgbClr val="C00000"/>
                </a:solidFill>
              </a:rPr>
              <a:t>d1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1800" smtClean="0">
                <a:solidFill>
                  <a:srgbClr val="C00000"/>
                </a:solidFill>
              </a:rPr>
              <a:t>qty</a:t>
            </a:r>
            <a:r>
              <a:rPr lang="en-GB" sz="1800" smtClean="0">
                <a:solidFill>
                  <a:srgbClr val="0000FF"/>
                </a:solidFill>
              </a:rPr>
              <a:t>, </a:t>
            </a:r>
            <a:r>
              <a:rPr lang="en-GB" sz="1800" smtClean="0">
                <a:solidFill>
                  <a:srgbClr val="C00000"/>
                </a:solidFill>
              </a:rPr>
              <a:t>density</a:t>
            </a:r>
            <a:r>
              <a:rPr lang="en-GB" sz="1800" smtClean="0">
                <a:solidFill>
                  <a:srgbClr val="0000FF"/>
                </a:solidFill>
              </a:rPr>
              <a:t>, </a:t>
            </a:r>
            <a:r>
              <a:rPr lang="en-GB" sz="1800" smtClean="0">
                <a:solidFill>
                  <a:srgbClr val="C00000"/>
                </a:solidFill>
              </a:rPr>
              <a:t>thickness</a:t>
            </a:r>
            <a:r>
              <a:rPr lang="en-GB" sz="1800" smtClean="0">
                <a:solidFill>
                  <a:srgbClr val="0000FF"/>
                </a:solidFill>
              </a:rPr>
              <a:t>, </a:t>
            </a:r>
            <a:r>
              <a:rPr lang="en-GB" sz="1800" smtClean="0">
                <a:solidFill>
                  <a:srgbClr val="C00000"/>
                </a:solidFill>
              </a:rPr>
              <a:t>d2</a:t>
            </a:r>
            <a:r>
              <a:rPr lang="en-GB" sz="1800" smtClean="0">
                <a:solidFill>
                  <a:srgbClr val="0000FF"/>
                </a:solidFill>
              </a:rPr>
              <a:t>, </a:t>
            </a:r>
            <a:r>
              <a:rPr lang="en-GB" sz="1800" smtClean="0">
                <a:solidFill>
                  <a:srgbClr val="C00000"/>
                </a:solidFill>
              </a:rPr>
              <a:t>d1</a:t>
            </a:r>
            <a:r>
              <a:rPr lang="en-GB" sz="1800" smtClean="0">
                <a:solidFill>
                  <a:srgbClr val="0000FF"/>
                </a:solidFill>
              </a:rPr>
              <a:t> should be given as inputs.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6413" y="5572125"/>
            <a:ext cx="3424237" cy="40005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</a:rPr>
              <a:t>rim area </a:t>
            </a:r>
            <a:r>
              <a:rPr lang="en-US" sz="2000" dirty="0">
                <a:solidFill>
                  <a:srgbClr val="000000"/>
                </a:solidFill>
              </a:rPr>
              <a:t>= </a:t>
            </a:r>
            <a:r>
              <a:rPr lang="en-US" sz="2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sz="2000" dirty="0">
                <a:solidFill>
                  <a:srgbClr val="000000"/>
                </a:solidFill>
              </a:rPr>
              <a:t>(</a:t>
            </a:r>
            <a:r>
              <a:rPr lang="en-US" sz="2000" i="1" dirty="0">
                <a:solidFill>
                  <a:srgbClr val="000000"/>
                </a:solidFill>
              </a:rPr>
              <a:t>d</a:t>
            </a:r>
            <a:r>
              <a:rPr lang="en-US" sz="2000" baseline="-25000" dirty="0">
                <a:solidFill>
                  <a:srgbClr val="000000"/>
                </a:solidFill>
              </a:rPr>
              <a:t>2</a:t>
            </a:r>
            <a:r>
              <a:rPr lang="en-US" sz="2000" dirty="0">
                <a:solidFill>
                  <a:srgbClr val="000000"/>
                </a:solidFill>
              </a:rPr>
              <a:t>/2)</a:t>
            </a:r>
            <a:r>
              <a:rPr lang="en-US" sz="2000" baseline="30000" dirty="0">
                <a:solidFill>
                  <a:srgbClr val="000000"/>
                </a:solidFill>
              </a:rPr>
              <a:t>2</a:t>
            </a:r>
            <a:r>
              <a:rPr lang="en-US" sz="2000" dirty="0">
                <a:solidFill>
                  <a:srgbClr val="000000"/>
                </a:solidFill>
              </a:rPr>
              <a:t> – </a:t>
            </a:r>
            <a:r>
              <a:rPr lang="en-US" sz="2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sz="2000" dirty="0">
                <a:solidFill>
                  <a:srgbClr val="000000"/>
                </a:solidFill>
              </a:rPr>
              <a:t>(</a:t>
            </a:r>
            <a:r>
              <a:rPr lang="en-US" sz="2000" i="1" dirty="0">
                <a:solidFill>
                  <a:srgbClr val="000000"/>
                </a:solidFill>
              </a:rPr>
              <a:t>d</a:t>
            </a:r>
            <a:r>
              <a:rPr lang="en-US" sz="2000" baseline="-25000" dirty="0">
                <a:solidFill>
                  <a:srgbClr val="000000"/>
                </a:solidFill>
              </a:rPr>
              <a:t>1</a:t>
            </a:r>
            <a:r>
              <a:rPr lang="en-US" sz="2000" dirty="0">
                <a:solidFill>
                  <a:srgbClr val="000000"/>
                </a:solidFill>
              </a:rPr>
              <a:t>/2)</a:t>
            </a:r>
            <a:r>
              <a:rPr lang="en-US" sz="2000" baseline="30000" dirty="0">
                <a:solidFill>
                  <a:srgbClr val="000000"/>
                </a:solidFill>
              </a:rPr>
              <a:t>2</a:t>
            </a:r>
            <a:endParaRPr lang="en-SG" sz="2000" baseline="30000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4425" y="3668713"/>
            <a:ext cx="1008063" cy="3397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Answer</a:t>
            </a:r>
            <a:endParaRPr lang="en-SG" sz="1600">
              <a:solidFill>
                <a:srgbClr val="000000"/>
              </a:solidFill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738188" y="4032250"/>
            <a:ext cx="1935162" cy="549275"/>
            <a:chOff x="738555" y="4032740"/>
            <a:chExt cx="1934307" cy="549568"/>
          </a:xfrm>
        </p:grpSpPr>
        <p:sp>
          <p:nvSpPr>
            <p:cNvPr id="9" name="TextBox 8"/>
            <p:cNvSpPr txBox="1"/>
            <p:nvPr/>
          </p:nvSpPr>
          <p:spPr>
            <a:xfrm>
              <a:off x="738555" y="4243991"/>
              <a:ext cx="515709" cy="33831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qty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93776" y="4243991"/>
              <a:ext cx="879086" cy="33831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weight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cxnSp>
          <p:nvCxnSpPr>
            <p:cNvPr id="22555" name="Straight Arrow Connector 18"/>
            <p:cNvCxnSpPr>
              <a:cxnSpLocks noChangeShapeType="1"/>
              <a:stCxn id="9" idx="0"/>
            </p:cNvCxnSpPr>
            <p:nvPr/>
          </p:nvCxnSpPr>
          <p:spPr bwMode="auto">
            <a:xfrm rot="5400000" flipH="1" flipV="1">
              <a:off x="1154724" y="3874479"/>
              <a:ext cx="211015" cy="527537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556" name="Straight Arrow Connector 20"/>
            <p:cNvCxnSpPr>
              <a:cxnSpLocks noChangeShapeType="1"/>
              <a:stCxn id="10" idx="0"/>
            </p:cNvCxnSpPr>
            <p:nvPr/>
          </p:nvCxnSpPr>
          <p:spPr bwMode="auto">
            <a:xfrm rot="16200000" flipV="1">
              <a:off x="1866902" y="3877407"/>
              <a:ext cx="199292" cy="533401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1031875" y="4606925"/>
            <a:ext cx="2109788" cy="584200"/>
            <a:chOff x="1031633" y="4607172"/>
            <a:chExt cx="2110151" cy="584736"/>
          </a:xfrm>
        </p:grpSpPr>
        <p:sp>
          <p:nvSpPr>
            <p:cNvPr id="11" name="TextBox 10"/>
            <p:cNvSpPr txBox="1"/>
            <p:nvPr/>
          </p:nvSpPr>
          <p:spPr>
            <a:xfrm>
              <a:off x="1031633" y="4853461"/>
              <a:ext cx="879626" cy="33844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volume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5974" y="4853461"/>
              <a:ext cx="855810" cy="33844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density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cxnSp>
          <p:nvCxnSpPr>
            <p:cNvPr id="22551" name="Straight Arrow Connector 27"/>
            <p:cNvCxnSpPr>
              <a:cxnSpLocks noChangeShapeType="1"/>
              <a:stCxn id="11" idx="0"/>
            </p:cNvCxnSpPr>
            <p:nvPr/>
          </p:nvCxnSpPr>
          <p:spPr bwMode="auto">
            <a:xfrm rot="5400000" flipH="1" flipV="1">
              <a:off x="1626579" y="4451841"/>
              <a:ext cx="246182" cy="5568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552" name="Straight Arrow Connector 28"/>
            <p:cNvCxnSpPr>
              <a:cxnSpLocks noChangeShapeType="1"/>
              <a:stCxn id="12" idx="0"/>
            </p:cNvCxnSpPr>
            <p:nvPr/>
          </p:nvCxnSpPr>
          <p:spPr bwMode="auto">
            <a:xfrm rot="16200000" flipV="1">
              <a:off x="2370995" y="4510455"/>
              <a:ext cx="246182" cy="439615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398463" y="5229225"/>
            <a:ext cx="2286000" cy="584200"/>
            <a:chOff x="398585" y="5228496"/>
            <a:chExt cx="2286000" cy="584735"/>
          </a:xfrm>
        </p:grpSpPr>
        <p:sp>
          <p:nvSpPr>
            <p:cNvPr id="13" name="TextBox 12"/>
            <p:cNvSpPr txBox="1"/>
            <p:nvPr/>
          </p:nvSpPr>
          <p:spPr>
            <a:xfrm>
              <a:off x="398585" y="5474784"/>
              <a:ext cx="1019175" cy="33844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rim area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17785" y="5474784"/>
              <a:ext cx="1066800" cy="33844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thickness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cxnSp>
          <p:nvCxnSpPr>
            <p:cNvPr id="22547" name="Straight Arrow Connector 31"/>
            <p:cNvCxnSpPr>
              <a:cxnSpLocks noChangeShapeType="1"/>
              <a:stCxn id="13" idx="0"/>
            </p:cNvCxnSpPr>
            <p:nvPr/>
          </p:nvCxnSpPr>
          <p:spPr bwMode="auto">
            <a:xfrm rot="5400000" flipH="1" flipV="1">
              <a:off x="1011117" y="5125918"/>
              <a:ext cx="246182" cy="451337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548" name="Straight Arrow Connector 32"/>
            <p:cNvCxnSpPr>
              <a:cxnSpLocks noChangeShapeType="1"/>
              <a:stCxn id="14" idx="0"/>
            </p:cNvCxnSpPr>
            <p:nvPr/>
          </p:nvCxnSpPr>
          <p:spPr bwMode="auto">
            <a:xfrm rot="16200000" flipV="1">
              <a:off x="1726226" y="5049718"/>
              <a:ext cx="234459" cy="615460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234950" y="5813425"/>
            <a:ext cx="1358900" cy="609600"/>
            <a:chOff x="234462" y="5813232"/>
            <a:chExt cx="1359877" cy="609600"/>
          </a:xfrm>
        </p:grpSpPr>
        <p:sp>
          <p:nvSpPr>
            <p:cNvPr id="15" name="TextBox 14"/>
            <p:cNvSpPr txBox="1"/>
            <p:nvPr/>
          </p:nvSpPr>
          <p:spPr>
            <a:xfrm>
              <a:off x="234462" y="6084695"/>
              <a:ext cx="481359" cy="33813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d2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112981" y="6084695"/>
              <a:ext cx="481358" cy="33813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/>
              <a:r>
                <a:rPr lang="en-US" sz="1600">
                  <a:solidFill>
                    <a:srgbClr val="000000"/>
                  </a:solidFill>
                </a:rPr>
                <a:t>d1</a:t>
              </a:r>
              <a:endParaRPr lang="en-SG" sz="1600">
                <a:solidFill>
                  <a:srgbClr val="000000"/>
                </a:solidFill>
              </a:endParaRPr>
            </a:p>
          </p:txBody>
        </p:sp>
        <p:cxnSp>
          <p:nvCxnSpPr>
            <p:cNvPr id="22543" name="Straight Arrow Connector 35"/>
            <p:cNvCxnSpPr>
              <a:cxnSpLocks noChangeShapeType="1"/>
              <a:stCxn id="15" idx="0"/>
              <a:endCxn id="13" idx="2"/>
            </p:cNvCxnSpPr>
            <p:nvPr/>
          </p:nvCxnSpPr>
          <p:spPr bwMode="auto">
            <a:xfrm rot="5400000" flipH="1" flipV="1">
              <a:off x="556139" y="5731878"/>
              <a:ext cx="271047" cy="433755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544" name="Straight Arrow Connector 36"/>
            <p:cNvCxnSpPr>
              <a:cxnSpLocks noChangeShapeType="1"/>
              <a:stCxn id="17" idx="0"/>
            </p:cNvCxnSpPr>
            <p:nvPr/>
          </p:nvCxnSpPr>
          <p:spPr bwMode="auto">
            <a:xfrm rot="16200000" flipV="1">
              <a:off x="1022842" y="5753104"/>
              <a:ext cx="257905" cy="4044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36" name="Group 35"/>
          <p:cNvGrpSpPr/>
          <p:nvPr/>
        </p:nvGrpSpPr>
        <p:grpSpPr>
          <a:xfrm>
            <a:off x="233083" y="4239490"/>
            <a:ext cx="2904972" cy="2192686"/>
            <a:chOff x="233083" y="4239490"/>
            <a:chExt cx="2904972" cy="2192686"/>
          </a:xfrm>
        </p:grpSpPr>
        <p:sp>
          <p:nvSpPr>
            <p:cNvPr id="29" name="Rectangle 28"/>
            <p:cNvSpPr/>
            <p:nvPr/>
          </p:nvSpPr>
          <p:spPr bwMode="auto">
            <a:xfrm>
              <a:off x="737755" y="4239490"/>
              <a:ext cx="509154" cy="332509"/>
            </a:xfrm>
            <a:prstGeom prst="rect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290482" y="4848480"/>
              <a:ext cx="847573" cy="336176"/>
            </a:xfrm>
            <a:prstGeom prst="rect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233083" y="6096000"/>
              <a:ext cx="484094" cy="336176"/>
            </a:xfrm>
            <a:prstGeom prst="rect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1110197" y="6096000"/>
              <a:ext cx="484094" cy="336176"/>
            </a:xfrm>
            <a:prstGeom prst="rect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1609166" y="5468471"/>
              <a:ext cx="1071690" cy="336176"/>
            </a:xfrm>
            <a:prstGeom prst="rect">
              <a:avLst/>
            </a:prstGeom>
            <a:noFill/>
            <a:ln w="28575" cap="sq" cmpd="sng" algn="ctr">
              <a:solidFill>
                <a:srgbClr val="80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Top-down Design (3/12)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1308100"/>
          </a:xfrm>
        </p:spPr>
        <p:txBody>
          <a:bodyPr/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400" b="1" smtClean="0"/>
              <a:t>Analysis:</a:t>
            </a:r>
          </a:p>
          <a:p>
            <a:pPr marL="457200" indent="-457200" eaLnBrk="1" hangingPunct="1">
              <a:spcBef>
                <a:spcPct val="0"/>
              </a:spcBef>
              <a:buSzPct val="120000"/>
              <a:buFontTx/>
              <a:buChar char="-"/>
            </a:pPr>
            <a:r>
              <a:rPr lang="en-GB" sz="2000" smtClean="0">
                <a:solidFill>
                  <a:srgbClr val="0000FF"/>
                </a:solidFill>
              </a:rPr>
              <a:t>We define what the inputs and outputs are</a:t>
            </a:r>
          </a:p>
          <a:p>
            <a:pPr marL="457200" indent="-457200" eaLnBrk="1" hangingPunct="1">
              <a:spcBef>
                <a:spcPct val="0"/>
              </a:spcBef>
              <a:buSzPct val="120000"/>
              <a:buFontTx/>
              <a:buChar char="-"/>
            </a:pPr>
            <a:r>
              <a:rPr lang="en-GB" sz="2000" smtClean="0">
                <a:solidFill>
                  <a:srgbClr val="0000FF"/>
                </a:solidFill>
              </a:rPr>
              <a:t>Choose the identifier names and data types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73100" y="2414588"/>
            <a:ext cx="8126126" cy="393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400" b="1" kern="0" dirty="0">
                <a:latin typeface="+mn-lt"/>
                <a:cs typeface="+mn-cs"/>
              </a:rPr>
              <a:t>Design:</a:t>
            </a:r>
            <a:r>
              <a:rPr lang="en-GB" sz="2400" kern="0" dirty="0">
                <a:latin typeface="+mn-lt"/>
                <a:cs typeface="+mn-cs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Tx/>
              <a:buChar char="-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Algorithm (view in words): </a:t>
            </a:r>
          </a:p>
          <a:p>
            <a:pPr marL="857250" lvl="1" indent="-317500">
              <a:spcBef>
                <a:spcPct val="2000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kern="0" dirty="0">
                <a:latin typeface="+mn-lt"/>
                <a:cs typeface="+mn-cs"/>
              </a:rPr>
              <a:t>Read in all the necessary inputs </a:t>
            </a:r>
            <a:r>
              <a:rPr lang="en-GB" sz="1600" kern="0" dirty="0">
                <a:latin typeface="+mn-lt"/>
                <a:cs typeface="+mn-cs"/>
              </a:rPr>
              <a:t>(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qty</a:t>
            </a:r>
            <a:r>
              <a:rPr lang="en-GB" sz="1600" kern="0" dirty="0">
                <a:latin typeface="+mn-lt"/>
                <a:cs typeface="+mn-cs"/>
              </a:rPr>
              <a:t>,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density</a:t>
            </a:r>
            <a:r>
              <a:rPr lang="en-GB" sz="1600" kern="0" dirty="0">
                <a:latin typeface="+mn-lt"/>
                <a:cs typeface="+mn-cs"/>
              </a:rPr>
              <a:t>,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thickness</a:t>
            </a:r>
            <a:r>
              <a:rPr lang="en-GB" sz="1600" kern="0" dirty="0">
                <a:latin typeface="+mn-lt"/>
                <a:cs typeface="+mn-cs"/>
              </a:rPr>
              <a:t>,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d2</a:t>
            </a:r>
            <a:r>
              <a:rPr lang="en-GB" sz="1600" kern="0" dirty="0">
                <a:latin typeface="+mn-lt"/>
                <a:cs typeface="+mn-cs"/>
              </a:rPr>
              <a:t>,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d1</a:t>
            </a:r>
            <a:r>
              <a:rPr lang="en-GB" sz="1600" kern="0" dirty="0">
                <a:latin typeface="+mn-lt"/>
                <a:cs typeface="+mn-cs"/>
              </a:rPr>
              <a:t>)</a:t>
            </a:r>
          </a:p>
          <a:p>
            <a:pPr marL="857250" lvl="1" indent="-317500">
              <a:spcBef>
                <a:spcPct val="2000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kern="0" dirty="0">
                <a:latin typeface="+mn-lt"/>
                <a:cs typeface="+mn-cs"/>
              </a:rPr>
              <a:t>Compute weight of a single washer</a:t>
            </a:r>
          </a:p>
          <a:p>
            <a:pPr marL="1430338" lvl="2" indent="-446088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1600" kern="0" dirty="0">
                <a:latin typeface="+mn-lt"/>
                <a:cs typeface="+mn-cs"/>
              </a:rPr>
              <a:t>2.1	Compute the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area of the (small) hole </a:t>
            </a:r>
            <a:r>
              <a:rPr lang="en-GB" sz="1600" kern="0" dirty="0">
                <a:latin typeface="+mn-lt"/>
                <a:cs typeface="+mn-cs"/>
              </a:rPr>
              <a:t>using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d1</a:t>
            </a:r>
          </a:p>
          <a:p>
            <a:pPr marL="1430338" lvl="2" indent="-446088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1600" kern="0" dirty="0">
                <a:latin typeface="+mn-lt"/>
                <a:cs typeface="+mn-cs"/>
              </a:rPr>
              <a:t>2.2	Compute the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area of the (big) circle </a:t>
            </a:r>
            <a:r>
              <a:rPr lang="en-GB" sz="1600" kern="0" dirty="0">
                <a:latin typeface="+mn-lt"/>
                <a:cs typeface="+mn-cs"/>
              </a:rPr>
              <a:t>using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d2</a:t>
            </a:r>
          </a:p>
          <a:p>
            <a:pPr marL="1430338" lvl="2" indent="-446088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1600" kern="0" dirty="0">
                <a:latin typeface="+mn-lt"/>
                <a:cs typeface="+mn-cs"/>
              </a:rPr>
              <a:t>2.3	Subtract the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big area</a:t>
            </a:r>
            <a:r>
              <a:rPr lang="en-GB" sz="1600" kern="0" dirty="0">
                <a:latin typeface="+mn-lt"/>
                <a:cs typeface="+mn-cs"/>
              </a:rPr>
              <a:t> from the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small area</a:t>
            </a:r>
            <a:r>
              <a:rPr lang="en-GB" sz="1600" kern="0" dirty="0">
                <a:latin typeface="+mn-lt"/>
                <a:cs typeface="+mn-cs"/>
              </a:rPr>
              <a:t> to get the </a:t>
            </a:r>
            <a:r>
              <a:rPr lang="en-GB" sz="1600" kern="0" dirty="0" err="1">
                <a:solidFill>
                  <a:srgbClr val="0000FF"/>
                </a:solidFill>
                <a:latin typeface="+mn-lt"/>
                <a:cs typeface="+mn-cs"/>
              </a:rPr>
              <a:t>rim_area</a:t>
            </a:r>
            <a:endParaRPr lang="en-GB" sz="16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1430338" lvl="2" indent="-446088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1600" kern="0" dirty="0">
                <a:latin typeface="+mn-lt"/>
                <a:cs typeface="+mn-cs"/>
              </a:rPr>
              <a:t>2.4	Compute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volume </a:t>
            </a:r>
            <a:r>
              <a:rPr lang="en-GB" sz="1600" kern="0" dirty="0">
                <a:latin typeface="+mn-lt"/>
                <a:cs typeface="+mn-cs"/>
              </a:rPr>
              <a:t>=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  <a:r>
              <a:rPr lang="en-GB" sz="1600" kern="0" dirty="0" err="1">
                <a:solidFill>
                  <a:srgbClr val="0000FF"/>
                </a:solidFill>
                <a:latin typeface="+mn-lt"/>
                <a:cs typeface="+mn-cs"/>
              </a:rPr>
              <a:t>rim_area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  <a:r>
              <a:rPr lang="en-GB" sz="1600" kern="0" dirty="0" smtClean="0">
                <a:latin typeface="+mn-lt"/>
                <a:cs typeface="+mn-cs"/>
                <a:sym typeface="Symbol"/>
              </a:rPr>
              <a:t></a:t>
            </a:r>
            <a:r>
              <a:rPr lang="en-GB" sz="1600" kern="0" dirty="0" smtClean="0">
                <a:solidFill>
                  <a:srgbClr val="0000FF"/>
                </a:solidFill>
                <a:latin typeface="+mn-lt"/>
                <a:cs typeface="+mn-cs"/>
              </a:rPr>
              <a:t>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thickness</a:t>
            </a:r>
          </a:p>
          <a:p>
            <a:pPr marL="1430338" lvl="2" indent="-446088">
              <a:spcBef>
                <a:spcPct val="20000"/>
              </a:spcBef>
              <a:buClr>
                <a:schemeClr val="bg2"/>
              </a:buClr>
              <a:buSzPct val="120000"/>
              <a:defRPr/>
            </a:pPr>
            <a:r>
              <a:rPr lang="en-GB" sz="1600" kern="0" dirty="0">
                <a:latin typeface="+mn-lt"/>
                <a:cs typeface="+mn-cs"/>
              </a:rPr>
              <a:t>2.5	Compute 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weight </a:t>
            </a:r>
            <a:r>
              <a:rPr lang="en-GB" sz="1600" kern="0" dirty="0">
                <a:latin typeface="+mn-lt"/>
                <a:cs typeface="+mn-cs"/>
              </a:rPr>
              <a:t>=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 volume </a:t>
            </a:r>
            <a:r>
              <a:rPr lang="en-GB" sz="1600" kern="0" dirty="0">
                <a:latin typeface="Arial" charset="0"/>
                <a:cs typeface="Arial" charset="0"/>
                <a:sym typeface="Symbol"/>
              </a:rPr>
              <a:t></a:t>
            </a:r>
            <a:r>
              <a:rPr lang="en-GB" sz="16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  <a:r>
              <a:rPr lang="en-GB" sz="1600" kern="0" dirty="0">
                <a:solidFill>
                  <a:srgbClr val="C00000"/>
                </a:solidFill>
                <a:latin typeface="+mn-lt"/>
                <a:cs typeface="+mn-cs"/>
              </a:rPr>
              <a:t>density</a:t>
            </a:r>
          </a:p>
          <a:p>
            <a:pPr marL="857250" lvl="1" indent="-317500">
              <a:spcBef>
                <a:spcPct val="2000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kern="0" dirty="0">
                <a:latin typeface="+mn-lt"/>
                <a:cs typeface="+mn-cs"/>
              </a:rPr>
              <a:t>Compute the 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weight of the specified number of washer </a:t>
            </a:r>
            <a:r>
              <a:rPr lang="en-GB" kern="0" dirty="0">
                <a:latin typeface="+mn-lt"/>
                <a:cs typeface="+mn-cs"/>
              </a:rPr>
              <a:t>= 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weight</a:t>
            </a:r>
            <a:r>
              <a:rPr lang="en-GB" kern="0" dirty="0">
                <a:latin typeface="+mn-lt"/>
                <a:cs typeface="+mn-cs"/>
              </a:rPr>
              <a:t> </a:t>
            </a:r>
            <a:r>
              <a:rPr lang="en-GB" kern="0" dirty="0">
                <a:latin typeface="+mn-lt"/>
                <a:cs typeface="+mn-cs"/>
                <a:sym typeface="Symbol"/>
              </a:rPr>
              <a:t></a:t>
            </a:r>
            <a:r>
              <a:rPr lang="en-GB" kern="0" dirty="0">
                <a:latin typeface="+mn-lt"/>
                <a:cs typeface="+mn-cs"/>
              </a:rPr>
              <a:t> </a:t>
            </a:r>
            <a:r>
              <a:rPr lang="en-GB" kern="0" dirty="0">
                <a:solidFill>
                  <a:srgbClr val="C00000"/>
                </a:solidFill>
                <a:latin typeface="+mn-lt"/>
                <a:cs typeface="+mn-cs"/>
              </a:rPr>
              <a:t>qty</a:t>
            </a:r>
          </a:p>
          <a:p>
            <a:pPr marL="857250" lvl="1" indent="-317500">
              <a:spcBef>
                <a:spcPct val="2000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kern="0" dirty="0">
                <a:latin typeface="+mn-lt"/>
                <a:cs typeface="+mn-cs"/>
              </a:rPr>
              <a:t>Output the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 calculated weight</a:t>
            </a: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sp>
        <p:nvSpPr>
          <p:cNvPr id="7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14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Top-down Design (4/12)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5257800"/>
          </a:xfrm>
        </p:spPr>
        <p:txBody>
          <a:bodyPr/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400" b="1" smtClean="0"/>
              <a:t>Design:</a:t>
            </a:r>
          </a:p>
          <a:p>
            <a:pPr marL="457200" indent="-457200" eaLnBrk="1" hangingPunct="1">
              <a:buSzPct val="120000"/>
              <a:buFontTx/>
              <a:buChar char="-"/>
            </a:pPr>
            <a:r>
              <a:rPr lang="en-GB" sz="2000" smtClean="0">
                <a:solidFill>
                  <a:srgbClr val="0000FF"/>
                </a:solidFill>
              </a:rPr>
              <a:t>Algorithm (view in some hierarchical chart)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1600" smtClean="0">
              <a:solidFill>
                <a:srgbClr val="0000FF"/>
              </a:solidFill>
            </a:endParaRPr>
          </a:p>
          <a:p>
            <a:pPr marL="857250" lvl="1" indent="-457200" eaLnBrk="1" hangingPunct="1">
              <a:buSzPct val="120000"/>
              <a:buFont typeface="Wingdings" pitchFamily="2" charset="2"/>
              <a:buNone/>
            </a:pPr>
            <a:endParaRPr lang="en-GB" sz="160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smtClean="0">
              <a:solidFill>
                <a:srgbClr val="0000FF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124261" y="2098623"/>
          <a:ext cx="6550703" cy="4261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15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Top-down Design (5/12)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7948613" cy="5257800"/>
          </a:xfrm>
        </p:spPr>
        <p:txBody>
          <a:bodyPr/>
          <a:lstStyle/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r>
              <a:rPr lang="en-GB" sz="2400" b="1" dirty="0" smtClean="0"/>
              <a:t>Design:</a:t>
            </a:r>
          </a:p>
          <a:p>
            <a:pPr marL="457200" indent="-457200" eaLnBrk="1" hangingPunct="1">
              <a:buSzPct val="120000"/>
              <a:buFontTx/>
              <a:buChar char="-"/>
              <a:defRPr/>
            </a:pPr>
            <a:r>
              <a:rPr lang="en-GB" sz="2000" dirty="0" smtClean="0">
                <a:solidFill>
                  <a:srgbClr val="0000FF"/>
                </a:solidFill>
              </a:rPr>
              <a:t>Structure Chart  </a:t>
            </a:r>
          </a:p>
          <a:p>
            <a:pPr marL="857250" lvl="1" indent="-317500" eaLnBrk="1" hangingPunct="1">
              <a:buSzPct val="120000"/>
              <a:buFont typeface="Wingdings" pitchFamily="2" charset="2"/>
              <a:buChar char="§"/>
              <a:defRPr/>
            </a:pPr>
            <a:r>
              <a:rPr lang="en-GB" sz="1800" dirty="0" smtClean="0"/>
              <a:t>a documentation tool that shows the </a:t>
            </a:r>
            <a:r>
              <a:rPr lang="en-GB" sz="1800" dirty="0" smtClean="0">
                <a:solidFill>
                  <a:srgbClr val="0000FF"/>
                </a:solidFill>
              </a:rPr>
              <a:t>relationship</a:t>
            </a:r>
            <a:r>
              <a:rPr lang="en-GB" sz="1800" dirty="0" smtClean="0"/>
              <a:t> among the sub-problems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600" dirty="0" smtClean="0">
              <a:solidFill>
                <a:srgbClr val="0000FF"/>
              </a:solidFill>
            </a:endParaRPr>
          </a:p>
          <a:p>
            <a:pPr marL="857250" lvl="1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6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229920" y="2369888"/>
          <a:ext cx="6550703" cy="3593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16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Implementation (6/12)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17</a:t>
            </a:fld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358813" y="1192193"/>
            <a:ext cx="8090706" cy="50697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math.h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#define PI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3.14159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fr-FR" sz="1400" b="1" dirty="0" smtClean="0">
                <a:latin typeface="Courier New" pitchFamily="49" charset="0"/>
                <a:cs typeface="Courier New" pitchFamily="49" charset="0"/>
              </a:rPr>
              <a:t> d1,             </a:t>
            </a:r>
            <a:r>
              <a:rPr lang="fr-FR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input: </a:t>
            </a:r>
            <a:r>
              <a:rPr lang="fr-FR" sz="14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hole</a:t>
            </a:r>
            <a:r>
              <a:rPr lang="fr-FR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circle</a:t>
            </a:r>
            <a:r>
              <a:rPr lang="fr-FR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fr-FR" sz="14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diameter</a:t>
            </a:r>
            <a:endParaRPr lang="fr-FR" sz="1400" b="1" dirty="0" smtClean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d2,        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input: big circle diameter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thickness, 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input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density;   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input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qty;       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input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unit_weight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single washer's weight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total_weight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 batch of washers' total weight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outer_area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area of big circle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inner_area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area of small circle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       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single washer's rim area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ask for all the inputs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1400" b="1" dirty="0" smtClean="0">
                <a:latin typeface="Courier New" pitchFamily="49" charset="0"/>
                <a:cs typeface="Courier New" pitchFamily="49" charset="0"/>
              </a:rPr>
              <a:t>	printf(</a:t>
            </a:r>
            <a:r>
              <a:rPr lang="de-DE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"Inner diameter in cm: "</a:t>
            </a:r>
            <a:r>
              <a:rPr lang="de-DE" sz="1400" b="1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%lf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&amp;d1);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"Outer diameter in cm: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%lf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&amp;d2);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Thickness in cm: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%lf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&amp;thickness);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"Density in grams per cubic cm: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%lf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&amp;density);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Quantity: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&amp;qty);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6076" y="1383672"/>
            <a:ext cx="2185135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Week3_Washers.c</a:t>
            </a:r>
            <a:endParaRPr lang="en-S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Implementation (7/12)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18</a:t>
            </a:fld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358814" y="1192193"/>
            <a:ext cx="8079130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compute weight of a single washer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outer_area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(d2/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inner_area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(d1/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outer_area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-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inner_area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unit_weight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* thickness * density;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compute weight of a batch of washers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total_weight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unit_weight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* qty;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output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"Total weight of the batch of 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washers is 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%.2f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grams.</a:t>
            </a:r>
            <a:r>
              <a:rPr lang="en-US" sz="1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		 qty,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total_weight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4501" y="1383672"/>
            <a:ext cx="2185135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Week3_Washers.c</a:t>
            </a:r>
            <a:endParaRPr lang="en-SG" dirty="0"/>
          </a:p>
        </p:txBody>
      </p: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3930873" y="4699965"/>
            <a:ext cx="3751262" cy="3683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 err="1">
                <a:latin typeface="Lucida Console" pitchFamily="49" charset="0"/>
                <a:cs typeface="Arial" charset="0"/>
              </a:rPr>
              <a:t>gcc</a:t>
            </a:r>
            <a:r>
              <a:rPr lang="en-US" dirty="0">
                <a:latin typeface="Lucida Console" pitchFamily="49" charset="0"/>
                <a:cs typeface="Arial" charset="0"/>
              </a:rPr>
              <a:t>  </a:t>
            </a:r>
            <a:r>
              <a:rPr lang="en-US" dirty="0" smtClean="0">
                <a:latin typeface="Lucida Console" pitchFamily="49" charset="0"/>
                <a:cs typeface="Arial" charset="0"/>
              </a:rPr>
              <a:t>Week3_Washers.c  </a:t>
            </a:r>
            <a:r>
              <a:rPr lang="en-US" dirty="0">
                <a:latin typeface="Lucida Console" pitchFamily="49" charset="0"/>
                <a:cs typeface="Arial" charset="0"/>
              </a:rPr>
              <a:t>-lm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061764" y="4626940"/>
            <a:ext cx="469900" cy="515938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Library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reuse predefined code</a:t>
            </a:r>
          </a:p>
          <a:p>
            <a:r>
              <a:rPr lang="en-US" dirty="0" smtClean="0"/>
              <a:t>A function from math library looks like this: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Here if x is 16, square root becomes 4</a:t>
            </a:r>
          </a:p>
          <a:p>
            <a:r>
              <a:rPr lang="en-US" dirty="0" smtClean="0"/>
              <a:t>Then the result is assigned to 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332" y="2692399"/>
            <a:ext cx="3216223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564009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4" y="66387"/>
            <a:ext cx="7737476" cy="679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238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sqrt</a:t>
            </a:r>
            <a:r>
              <a:rPr lang="en-US" dirty="0" smtClean="0"/>
              <a:t>()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use it to find roots of quadratic equation (we have done it already!)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Can use other math functions to find length of unknown side</a:t>
            </a:r>
          </a:p>
          <a:p>
            <a:r>
              <a:rPr lang="en-US" dirty="0" smtClean="0"/>
              <a:t>Using the C code: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67" y="2380458"/>
            <a:ext cx="6759748" cy="759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372" y="3644114"/>
            <a:ext cx="3634047" cy="47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01" y="3879151"/>
            <a:ext cx="2928573" cy="2690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23" y="5000595"/>
            <a:ext cx="5834977" cy="59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376110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35448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Creating Function – back to old example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1240235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Note that area of circle is computed twice. For code reusability, it is better to define a function to compute area of a circle.</a:t>
            </a:r>
          </a:p>
        </p:txBody>
      </p:sp>
      <p:sp>
        <p:nvSpPr>
          <p:cNvPr id="9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22</a:t>
            </a:fld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1450634" y="2611560"/>
            <a:ext cx="687450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diameter) {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(diameter/</a:t>
            </a:r>
            <a:r>
              <a:rPr lang="en-US" sz="20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Content Placeholder 5"/>
          <p:cNvSpPr txBox="1">
            <a:spLocks/>
          </p:cNvSpPr>
          <p:nvPr/>
        </p:nvSpPr>
        <p:spPr bwMode="auto">
          <a:xfrm>
            <a:off x="539248" y="3770768"/>
            <a:ext cx="8229600" cy="86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can then call/invoke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this function whenever we need it.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720086"/>
            <a:ext cx="7942996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20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(d2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to compute area of circle with diameter d2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2000" b="1" dirty="0" smtClean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 err="1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20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(d1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 </a:t>
            </a:r>
            <a:r>
              <a:rPr lang="en-US" sz="20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to compute area of circle with diameter d1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Creating Function (9/12)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23</a:t>
            </a:fld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358813" y="1192193"/>
            <a:ext cx="8090706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math.h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#define PI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3.14159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diameter)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(diameter/</a:t>
            </a:r>
            <a:r>
              <a:rPr lang="en-US" sz="16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identical portion omitted for brevity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compute weight of a single washer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(d2) -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(d1);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unit_weight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* thickness * density;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identical portion omitted for brevity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" name="Group 12"/>
          <p:cNvGrpSpPr/>
          <p:nvPr/>
        </p:nvGrpSpPr>
        <p:grpSpPr>
          <a:xfrm>
            <a:off x="191069" y="1897039"/>
            <a:ext cx="7424383" cy="968991"/>
            <a:chOff x="191069" y="1897039"/>
            <a:chExt cx="7424383" cy="968991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191069" y="2060812"/>
              <a:ext cx="5336274" cy="805218"/>
            </a:xfrm>
            <a:prstGeom prst="roundRect">
              <a:avLst/>
            </a:prstGeom>
            <a:noFill/>
            <a:ln w="19050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1" name="Line Callout 2 10"/>
            <p:cNvSpPr/>
            <p:nvPr/>
          </p:nvSpPr>
          <p:spPr bwMode="auto">
            <a:xfrm>
              <a:off x="6196084" y="1897039"/>
              <a:ext cx="1419368" cy="6687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9879"/>
                <a:gd name="adj6" fmla="val -45336"/>
              </a:avLst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Function definition</a:t>
              </a:r>
              <a:endParaRPr kumimoji="0" lang="en-S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630072" y="3646227"/>
            <a:ext cx="8336506" cy="816591"/>
            <a:chOff x="630072" y="3646227"/>
            <a:chExt cx="8336506" cy="816591"/>
          </a:xfrm>
        </p:grpSpPr>
        <p:sp>
          <p:nvSpPr>
            <p:cNvPr id="10" name="Rounded Rectangle 9"/>
            <p:cNvSpPr/>
            <p:nvPr/>
          </p:nvSpPr>
          <p:spPr bwMode="auto">
            <a:xfrm>
              <a:off x="630072" y="4151194"/>
              <a:ext cx="5893558" cy="311624"/>
            </a:xfrm>
            <a:prstGeom prst="roundRect">
              <a:avLst/>
            </a:prstGeom>
            <a:noFill/>
            <a:ln w="19050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2" name="Line Callout 2 11"/>
            <p:cNvSpPr/>
            <p:nvPr/>
          </p:nvSpPr>
          <p:spPr bwMode="auto">
            <a:xfrm>
              <a:off x="6730621" y="3646227"/>
              <a:ext cx="2235957" cy="693762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9879"/>
                <a:gd name="adj6" fmla="val -45336"/>
              </a:avLst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Calling </a:t>
              </a:r>
              <a:r>
                <a:rPr kumimoji="0" lang="en-US" sz="1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circle_area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() twice.</a:t>
              </a:r>
              <a:endParaRPr kumimoji="0" lang="en-S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Creating Function (10/12)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5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3450369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Components of a </a:t>
            </a:r>
            <a:r>
              <a:rPr lang="en-US" sz="2400" dirty="0" smtClean="0">
                <a:solidFill>
                  <a:srgbClr val="0000FF"/>
                </a:solidFill>
              </a:rPr>
              <a:t>function definition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sz="2000" dirty="0" smtClean="0"/>
              <a:t>Header (or signature): consists of return type, function name, and a list of parameters (with their types) separated by commas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sz="2000" dirty="0" smtClean="0"/>
              <a:t>Function names follow identifier rules (just like variable names)</a:t>
            </a:r>
          </a:p>
          <a:p>
            <a:pPr lvl="2" eaLnBrk="1" hangingPunct="1">
              <a:spcBef>
                <a:spcPts val="0"/>
              </a:spcBef>
              <a:defRPr/>
            </a:pPr>
            <a:r>
              <a:rPr lang="en-US" sz="1800" dirty="0" smtClean="0"/>
              <a:t>May consist of letters, digit characters, or underscore, but </a:t>
            </a:r>
            <a:r>
              <a:rPr lang="en-US" sz="1800" u="sng" dirty="0" smtClean="0"/>
              <a:t>cannot</a:t>
            </a:r>
            <a:r>
              <a:rPr lang="en-US" sz="1800" dirty="0" smtClean="0"/>
              <a:t> begin with a digit character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sz="2000" dirty="0" smtClean="0"/>
              <a:t>Return type is </a:t>
            </a:r>
            <a:r>
              <a:rPr lang="en-US" sz="2000" dirty="0" smtClean="0">
                <a:solidFill>
                  <a:srgbClr val="0000FF"/>
                </a:solidFill>
              </a:rPr>
              <a:t>void</a:t>
            </a:r>
            <a:r>
              <a:rPr lang="en-US" sz="2000" dirty="0" smtClean="0"/>
              <a:t> if function does not need to return any value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sz="2000" dirty="0" smtClean="0"/>
              <a:t>Function body: code to perform the task; contains a return statement if return type is not void</a:t>
            </a:r>
          </a:p>
          <a:p>
            <a:pPr lvl="1" eaLnBrk="1" hangingPunct="1">
              <a:spcBef>
                <a:spcPts val="600"/>
              </a:spcBef>
              <a:defRPr/>
            </a:pPr>
            <a:endParaRPr lang="en-US" sz="2000" dirty="0" smtClean="0"/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24</a:t>
            </a:fld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1645919" y="5099126"/>
            <a:ext cx="5615492" cy="92333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diameter)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(diameter/</a:t>
            </a:r>
            <a:r>
              <a:rPr lang="en-US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3" name="Line Callout 2 22"/>
          <p:cNvSpPr/>
          <p:nvPr/>
        </p:nvSpPr>
        <p:spPr bwMode="auto">
          <a:xfrm flipH="1">
            <a:off x="279700" y="4679577"/>
            <a:ext cx="1506070" cy="3872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4722"/>
              <a:gd name="adj6" fmla="val -30953"/>
            </a:avLst>
          </a:prstGeom>
          <a:solidFill>
            <a:schemeClr val="accent3">
              <a:lumMod val="8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Return type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4" name="Line Callout 2 23"/>
          <p:cNvSpPr/>
          <p:nvPr/>
        </p:nvSpPr>
        <p:spPr bwMode="auto">
          <a:xfrm>
            <a:off x="4068183" y="4638339"/>
            <a:ext cx="1794735" cy="43030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2500"/>
              <a:gd name="adj6" fmla="val -35818"/>
            </a:avLst>
          </a:prstGeom>
          <a:solidFill>
            <a:schemeClr val="accent3">
              <a:lumMod val="8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Function name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5" name="Line Callout 2 24"/>
          <p:cNvSpPr/>
          <p:nvPr/>
        </p:nvSpPr>
        <p:spPr bwMode="auto">
          <a:xfrm>
            <a:off x="6791663" y="4618616"/>
            <a:ext cx="1437938" cy="43030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0000"/>
              <a:gd name="adj6" fmla="val -37747"/>
            </a:avLst>
          </a:prstGeom>
          <a:solidFill>
            <a:schemeClr val="accent3">
              <a:lumMod val="8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Parameter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Line Callout 2 25"/>
          <p:cNvSpPr/>
          <p:nvPr/>
        </p:nvSpPr>
        <p:spPr bwMode="auto">
          <a:xfrm>
            <a:off x="6997851" y="5771478"/>
            <a:ext cx="1844935" cy="43030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5000"/>
              <a:gd name="adj6" fmla="val -33919"/>
            </a:avLst>
          </a:prstGeom>
          <a:solidFill>
            <a:schemeClr val="accent3">
              <a:lumMod val="85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Function body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Calling a Function (11/12)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5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599593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400" dirty="0" smtClean="0"/>
              <a:t>Values of arguments are copied into parameters</a:t>
            </a:r>
            <a:endParaRPr lang="en-US" sz="2400" dirty="0" smtClean="0">
              <a:solidFill>
                <a:srgbClr val="0000FF"/>
              </a:solidFill>
            </a:endParaRP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25</a:t>
            </a:fld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1172583" y="1936376"/>
            <a:ext cx="6809591" cy="369332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(d2) -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(d1);</a:t>
            </a:r>
            <a:endParaRPr lang="en-SG" dirty="0"/>
          </a:p>
        </p:txBody>
      </p:sp>
      <p:sp>
        <p:nvSpPr>
          <p:cNvPr id="8" name="Line Callout 2 7"/>
          <p:cNvSpPr/>
          <p:nvPr/>
        </p:nvSpPr>
        <p:spPr bwMode="auto">
          <a:xfrm flipH="1">
            <a:off x="1065006" y="2571077"/>
            <a:ext cx="2420471" cy="6992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8674"/>
              <a:gd name="adj6" fmla="val -43428"/>
            </a:avLst>
          </a:prstGeom>
          <a:solidFill>
            <a:srgbClr val="CCECFF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Value of d2 copied to parameter diameter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Line Callout 2 8"/>
          <p:cNvSpPr/>
          <p:nvPr/>
        </p:nvSpPr>
        <p:spPr bwMode="auto">
          <a:xfrm flipH="1">
            <a:off x="4229548" y="2572871"/>
            <a:ext cx="2420471" cy="69924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7135"/>
              <a:gd name="adj6" fmla="val -17650"/>
            </a:avLst>
          </a:prstGeom>
          <a:solidFill>
            <a:srgbClr val="CCECFF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Value of d1 copied to parameter diameter</a:t>
            </a:r>
            <a:endParaRPr kumimoji="0" lang="en-S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539248" y="3651471"/>
            <a:ext cx="8229600" cy="877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Arguments need not be variable names; they can be constant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values or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expressions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4701" y="4615031"/>
            <a:ext cx="7553661" cy="1200329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(12.3) 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To compute area of circle with diameter 12.3</a:t>
            </a:r>
          </a:p>
          <a:p>
            <a:endParaRPr lang="en-US" dirty="0" smtClean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a+b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)/2) 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 To compute area of circle with diameter (</a:t>
            </a:r>
            <a:r>
              <a:rPr lang="en-US" dirty="0" err="1" smtClean="0">
                <a:latin typeface="Arial" pitchFamily="34" charset="0"/>
                <a:cs typeface="Arial" pitchFamily="34" charset="0"/>
                <a:sym typeface="Wingdings" pitchFamily="2" charset="2"/>
              </a:rPr>
              <a:t>a+b</a:t>
            </a:r>
            <a:r>
              <a:rPr lang="en-US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)/2, where a and b are variables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44245" y="381000"/>
            <a:ext cx="8627633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6. Case Study: Function Prototype (12/12)</a:t>
            </a:r>
            <a:endParaRPr lang="en-GB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15" name="Content Placeholder 5"/>
          <p:cNvSpPr>
            <a:spLocks noGrp="1"/>
          </p:cNvSpPr>
          <p:nvPr>
            <p:ph idx="1"/>
          </p:nvPr>
        </p:nvSpPr>
        <p:spPr>
          <a:xfrm>
            <a:off x="539248" y="1175419"/>
            <a:ext cx="8229600" cy="1062172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SzPct val="80000"/>
              <a:defRPr/>
            </a:pPr>
            <a:r>
              <a:rPr lang="en-US" sz="2000" dirty="0" smtClean="0"/>
              <a:t>Preferred practice: add </a:t>
            </a:r>
            <a:r>
              <a:rPr lang="en-US" sz="2000" dirty="0" smtClean="0">
                <a:solidFill>
                  <a:srgbClr val="0000FF"/>
                </a:solidFill>
              </a:rPr>
              <a:t>function prototype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n-US" sz="1800" dirty="0" smtClean="0"/>
              <a:t>Before main() function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en-US" sz="1800" dirty="0" smtClean="0"/>
              <a:t>Parameter names may be omitted, but not their type</a:t>
            </a:r>
          </a:p>
          <a:p>
            <a:pPr lvl="1" eaLnBrk="1" hangingPunct="1">
              <a:spcBef>
                <a:spcPts val="0"/>
              </a:spcBef>
              <a:defRPr/>
            </a:pPr>
            <a:endParaRPr lang="en-US" sz="1800" dirty="0" smtClean="0"/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26</a:t>
            </a:fld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627755" y="2138866"/>
            <a:ext cx="8090706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400" b="1" dirty="0" err="1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math.h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#define PI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3.14159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identical portion omitted for brevity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compute weight of a single washer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(d2) -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(d1);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unit_weight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rim_area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* thickness * density;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identical portion omitted for brevity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circle_area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diameter)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(diameter/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b="1" dirty="0" smtClean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* PI;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" name="Group 12"/>
          <p:cNvGrpSpPr/>
          <p:nvPr/>
        </p:nvGrpSpPr>
        <p:grpSpPr>
          <a:xfrm>
            <a:off x="460011" y="5425547"/>
            <a:ext cx="7424383" cy="968991"/>
            <a:chOff x="191069" y="1897039"/>
            <a:chExt cx="7424383" cy="968991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191069" y="2060812"/>
              <a:ext cx="5336274" cy="805218"/>
            </a:xfrm>
            <a:prstGeom prst="roundRect">
              <a:avLst/>
            </a:prstGeom>
            <a:noFill/>
            <a:ln w="19050" cap="sq" cmpd="sng" algn="ctr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1" name="Line Callout 2 10"/>
            <p:cNvSpPr/>
            <p:nvPr/>
          </p:nvSpPr>
          <p:spPr bwMode="auto">
            <a:xfrm>
              <a:off x="6196084" y="1897039"/>
              <a:ext cx="1419368" cy="66874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9879"/>
                <a:gd name="adj6" fmla="val -45336"/>
              </a:avLst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Function definition</a:t>
              </a:r>
              <a:endParaRPr kumimoji="0" lang="en-S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2409" y="2770199"/>
            <a:ext cx="6595214" cy="596945"/>
            <a:chOff x="612409" y="2770199"/>
            <a:chExt cx="6595214" cy="596945"/>
          </a:xfrm>
        </p:grpSpPr>
        <p:sp>
          <p:nvSpPr>
            <p:cNvPr id="17" name="Rounded Rectangle 16"/>
            <p:cNvSpPr/>
            <p:nvPr/>
          </p:nvSpPr>
          <p:spPr bwMode="auto">
            <a:xfrm>
              <a:off x="612409" y="2912458"/>
              <a:ext cx="3593831" cy="454686"/>
            </a:xfrm>
            <a:prstGeom prst="roundRect">
              <a:avLst/>
            </a:prstGeom>
            <a:noFill/>
            <a:ln w="19050" cap="sq" cmpd="sng" algn="ctr">
              <a:solidFill>
                <a:srgbClr val="FF99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8" name="Line Callout 2 17"/>
            <p:cNvSpPr/>
            <p:nvPr/>
          </p:nvSpPr>
          <p:spPr bwMode="auto">
            <a:xfrm>
              <a:off x="4971504" y="2770199"/>
              <a:ext cx="2236119" cy="349518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72957"/>
                <a:gd name="adj6" fmla="val -34271"/>
              </a:avLst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rPr>
                <a:t>Function prototype</a:t>
              </a:r>
              <a:endParaRPr kumimoji="0" lang="en-S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368527" y="2158222"/>
            <a:ext cx="2397837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Week3_WashersV2.c</a:t>
            </a:r>
            <a:endParaRPr lang="en-S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7. </a:t>
            </a:r>
            <a:r>
              <a:rPr lang="en-GB" sz="3200" dirty="0" smtClean="0">
                <a:solidFill>
                  <a:srgbClr val="9933FF"/>
                </a:solidFill>
                <a:latin typeface="Garamond" pitchFamily="18" charset="0"/>
              </a:rPr>
              <a:t>Exercise #2: A simple “drawing” program (1/3)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73100" y="1223963"/>
            <a:ext cx="5632450" cy="2349500"/>
          </a:xfrm>
        </p:spPr>
        <p:txBody>
          <a:bodyPr>
            <a:normAutofit fontScale="85000" lnSpcReduction="20000"/>
          </a:bodyPr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400" dirty="0" smtClean="0"/>
              <a:t>Problem:</a:t>
            </a:r>
          </a:p>
          <a:p>
            <a:pPr marL="457200" indent="-457200" eaLnBrk="1" hangingPunct="1">
              <a:spcBef>
                <a:spcPct val="0"/>
              </a:spcBef>
              <a:buSzPct val="120000"/>
              <a:buFontTx/>
              <a:buChar char="-"/>
            </a:pPr>
            <a:r>
              <a:rPr lang="en-GB" sz="2000" dirty="0" smtClean="0"/>
              <a:t>Write a program </a:t>
            </a:r>
            <a:r>
              <a:rPr lang="en-GB" sz="2000" dirty="0" smtClean="0">
                <a:solidFill>
                  <a:srgbClr val="0000FF"/>
                </a:solidFill>
              </a:rPr>
              <a:t>Week3_DrawFigures.c</a:t>
            </a:r>
            <a:r>
              <a:rPr lang="en-GB" sz="2000" dirty="0" smtClean="0"/>
              <a:t> to draw </a:t>
            </a:r>
            <a:r>
              <a:rPr lang="en-GB" sz="2000" dirty="0" smtClean="0">
                <a:solidFill>
                  <a:srgbClr val="0000FF"/>
                </a:solidFill>
              </a:rPr>
              <a:t>a rocket ship </a:t>
            </a:r>
            <a:r>
              <a:rPr lang="en-GB" sz="2000" dirty="0" smtClean="0"/>
              <a:t>(which is a triangle over a rectangle, over an inverted V), </a:t>
            </a:r>
            <a:r>
              <a:rPr lang="en-GB" sz="2000" dirty="0" smtClean="0">
                <a:solidFill>
                  <a:srgbClr val="0000FF"/>
                </a:solidFill>
              </a:rPr>
              <a:t>a male stick figure </a:t>
            </a:r>
            <a:r>
              <a:rPr lang="en-GB" sz="2000" dirty="0" smtClean="0"/>
              <a:t>(a circle over a rectangle over an inverted V), and </a:t>
            </a:r>
            <a:r>
              <a:rPr lang="en-GB" sz="2000" dirty="0" smtClean="0">
                <a:solidFill>
                  <a:srgbClr val="0000FF"/>
                </a:solidFill>
              </a:rPr>
              <a:t>a female stick figure </a:t>
            </a:r>
            <a:r>
              <a:rPr lang="en-GB" sz="2000" dirty="0" smtClean="0"/>
              <a:t>(a circle over a triangle over an inverted V) </a:t>
            </a:r>
            <a:endParaRPr lang="en-GB" sz="16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73100" y="3573463"/>
            <a:ext cx="7896225" cy="133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400" kern="0" dirty="0">
                <a:latin typeface="+mn-lt"/>
                <a:cs typeface="+mn-cs"/>
              </a:rPr>
              <a:t>Analysis:</a:t>
            </a:r>
          </a:p>
          <a:p>
            <a:pPr marL="457200" indent="-457200">
              <a:spcBef>
                <a:spcPts val="0"/>
              </a:spcBef>
              <a:buClr>
                <a:schemeClr val="bg2"/>
              </a:buClr>
              <a:buSzPct val="120000"/>
              <a:buFontTx/>
              <a:buChar char="-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No particular input needed, just draw the needed 3 figures</a:t>
            </a:r>
          </a:p>
          <a:p>
            <a:pPr marL="457200" indent="-457200">
              <a:spcBef>
                <a:spcPts val="0"/>
              </a:spcBef>
              <a:buClr>
                <a:schemeClr val="bg2"/>
              </a:buClr>
              <a:buSzPct val="120000"/>
              <a:buFontTx/>
              <a:buChar char="-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There are common shapes shared by the 3 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figures</a:t>
            </a:r>
          </a:p>
          <a:p>
            <a:pPr marL="457200" indent="-457200">
              <a:spcBef>
                <a:spcPts val="0"/>
              </a:spcBef>
              <a:buClr>
                <a:schemeClr val="bg2"/>
              </a:buClr>
              <a:buSzPct val="120000"/>
              <a:buFontTx/>
              <a:buChar char="-"/>
              <a:defRPr/>
            </a:pPr>
            <a:endParaRPr lang="en-GB" sz="16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73100" y="4682596"/>
            <a:ext cx="7743825" cy="150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12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400" kern="0" dirty="0">
                <a:latin typeface="+mn-lt"/>
                <a:cs typeface="+mn-cs"/>
              </a:rPr>
              <a:t>Design: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Tx/>
              <a:buChar char="-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Algorithm (view in words): </a:t>
            </a:r>
          </a:p>
          <a:p>
            <a:pPr marL="857250" lvl="1" indent="-317500">
              <a:spcBef>
                <a:spcPts val="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sz="1600" kern="0" dirty="0">
                <a:latin typeface="+mn-lt"/>
                <a:cs typeface="+mn-cs"/>
              </a:rPr>
              <a:t>Draw Rocket </a:t>
            </a:r>
            <a:r>
              <a:rPr lang="en-GB" sz="1600" kern="0" dirty="0" smtClean="0">
                <a:latin typeface="+mn-lt"/>
                <a:cs typeface="+mn-cs"/>
              </a:rPr>
              <a:t>ship</a:t>
            </a:r>
            <a:endParaRPr lang="en-GB" sz="1600" kern="0" dirty="0">
              <a:latin typeface="+mn-lt"/>
              <a:cs typeface="+mn-cs"/>
            </a:endParaRPr>
          </a:p>
          <a:p>
            <a:pPr marL="857250" lvl="1" indent="-317500">
              <a:spcBef>
                <a:spcPts val="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sz="1600" kern="0" dirty="0">
                <a:latin typeface="+mn-lt"/>
                <a:cs typeface="+mn-cs"/>
              </a:rPr>
              <a:t>Draw Male stick </a:t>
            </a:r>
            <a:r>
              <a:rPr lang="en-GB" sz="1600" kern="0" dirty="0" smtClean="0">
                <a:latin typeface="+mn-lt"/>
                <a:cs typeface="+mn-cs"/>
              </a:rPr>
              <a:t>figure (below Rocket ship)</a:t>
            </a:r>
            <a:endParaRPr lang="en-GB" sz="1600" kern="0" dirty="0">
              <a:latin typeface="+mn-lt"/>
              <a:cs typeface="+mn-cs"/>
            </a:endParaRPr>
          </a:p>
          <a:p>
            <a:pPr marL="857250" lvl="1" indent="-317500">
              <a:spcBef>
                <a:spcPts val="0"/>
              </a:spcBef>
              <a:buSzPct val="100000"/>
              <a:buFont typeface="Wingdings" pitchFamily="2" charset="2"/>
              <a:buAutoNum type="arabicPeriod"/>
              <a:defRPr/>
            </a:pPr>
            <a:r>
              <a:rPr lang="en-GB" sz="1600" kern="0" dirty="0">
                <a:latin typeface="+mn-lt"/>
                <a:cs typeface="+mn-cs"/>
              </a:rPr>
              <a:t>Draw Female stick </a:t>
            </a:r>
            <a:r>
              <a:rPr lang="en-GB" sz="1600" kern="0" dirty="0" smtClean="0">
                <a:latin typeface="+mn-lt"/>
                <a:cs typeface="+mn-cs"/>
              </a:rPr>
              <a:t>figure (below Male stick figure)</a:t>
            </a:r>
            <a:endParaRPr lang="en-GB" sz="1600" kern="0" dirty="0">
              <a:latin typeface="+mn-lt"/>
              <a:cs typeface="+mn-cs"/>
            </a:endParaRPr>
          </a:p>
          <a:p>
            <a:pPr marL="857250" lvl="1" indent="-457200">
              <a:spcBef>
                <a:spcPct val="2000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defRPr/>
            </a:pPr>
            <a:endParaRPr lang="en-GB" sz="16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237288" y="1395413"/>
            <a:ext cx="2460625" cy="2284412"/>
            <a:chOff x="6236677" y="1395048"/>
            <a:chExt cx="2461845" cy="2284583"/>
          </a:xfrm>
        </p:grpSpPr>
        <p:pic>
          <p:nvPicPr>
            <p:cNvPr id="28680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51709" y="1412510"/>
              <a:ext cx="590550" cy="192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1" name="Picture 8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44848" y="1398222"/>
              <a:ext cx="657225" cy="1952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2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963266" y="1395048"/>
              <a:ext cx="638175" cy="1910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3" name="TextBox 11"/>
            <p:cNvSpPr txBox="1">
              <a:spLocks noChangeArrowheads="1"/>
            </p:cNvSpPr>
            <p:nvPr/>
          </p:nvSpPr>
          <p:spPr bwMode="auto">
            <a:xfrm>
              <a:off x="6236677" y="3341077"/>
              <a:ext cx="82061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/>
                <a:t>rocket</a:t>
              </a:r>
              <a:endParaRPr lang="en-SG" sz="1600" i="1"/>
            </a:p>
          </p:txBody>
        </p:sp>
        <p:sp>
          <p:nvSpPr>
            <p:cNvPr id="28684" name="TextBox 12"/>
            <p:cNvSpPr txBox="1">
              <a:spLocks noChangeArrowheads="1"/>
            </p:cNvSpPr>
            <p:nvPr/>
          </p:nvSpPr>
          <p:spPr bwMode="auto">
            <a:xfrm>
              <a:off x="7033845" y="3341077"/>
              <a:ext cx="8792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/>
                <a:t>male</a:t>
              </a:r>
              <a:endParaRPr lang="en-SG" sz="1600" i="1"/>
            </a:p>
          </p:txBody>
        </p:sp>
        <p:sp>
          <p:nvSpPr>
            <p:cNvPr id="28685" name="TextBox 13"/>
            <p:cNvSpPr txBox="1">
              <a:spLocks noChangeArrowheads="1"/>
            </p:cNvSpPr>
            <p:nvPr/>
          </p:nvSpPr>
          <p:spPr bwMode="auto">
            <a:xfrm>
              <a:off x="7866185" y="3341077"/>
              <a:ext cx="83233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i="1"/>
                <a:t>female</a:t>
              </a:r>
              <a:endParaRPr lang="en-SG" sz="1600" i="1"/>
            </a:p>
          </p:txBody>
        </p:sp>
      </p:grpSp>
      <p:sp>
        <p:nvSpPr>
          <p:cNvPr id="1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27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7. </a:t>
            </a:r>
            <a:r>
              <a:rPr lang="en-GB" sz="3200" dirty="0" smtClean="0">
                <a:solidFill>
                  <a:srgbClr val="9933FF"/>
                </a:solidFill>
                <a:latin typeface="Garamond" pitchFamily="18" charset="0"/>
              </a:rPr>
              <a:t>Exercise #2: A simple “drawing” program (2/3)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49288" y="1446213"/>
            <a:ext cx="7948612" cy="452437"/>
          </a:xfrm>
        </p:spPr>
        <p:txBody>
          <a:bodyPr>
            <a:normAutofit lnSpcReduction="10000"/>
          </a:bodyPr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400" dirty="0" smtClean="0"/>
              <a:t>Design (Structure Chart):</a:t>
            </a:r>
            <a:endParaRPr lang="en-GB" sz="20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02929130"/>
              </p:ext>
            </p:extLst>
          </p:nvPr>
        </p:nvGraphicFramePr>
        <p:xfrm>
          <a:off x="263781" y="3636827"/>
          <a:ext cx="8506627" cy="2840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347026" y="1198785"/>
            <a:ext cx="3111500" cy="2700337"/>
            <a:chOff x="4137854" y="265222"/>
            <a:chExt cx="3111500" cy="2700337"/>
          </a:xfrm>
        </p:grpSpPr>
        <p:grpSp>
          <p:nvGrpSpPr>
            <p:cNvPr id="29703" name="Group 16"/>
            <p:cNvGrpSpPr>
              <a:grpSpLocks/>
            </p:cNvGrpSpPr>
            <p:nvPr/>
          </p:nvGrpSpPr>
          <p:grpSpPr bwMode="auto">
            <a:xfrm>
              <a:off x="4137854" y="265222"/>
              <a:ext cx="3111500" cy="2700337"/>
              <a:chOff x="6518033" y="1312986"/>
              <a:chExt cx="1774395" cy="1425861"/>
            </a:xfrm>
          </p:grpSpPr>
          <p:pic>
            <p:nvPicPr>
              <p:cNvPr id="29706" name="Picture 6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6634165" y="1330449"/>
                <a:ext cx="365613" cy="11911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9707" name="Picture 8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7247611" y="1316160"/>
                <a:ext cx="404813" cy="12027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9708" name="Picture 9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7897142" y="1312986"/>
                <a:ext cx="395286" cy="11835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9709" name="TextBox 11"/>
              <p:cNvSpPr txBox="1">
                <a:spLocks noChangeArrowheads="1"/>
              </p:cNvSpPr>
              <p:nvPr/>
            </p:nvSpPr>
            <p:spPr bwMode="auto">
              <a:xfrm>
                <a:off x="6518033" y="2461848"/>
                <a:ext cx="597876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200" i="1" dirty="0"/>
                  <a:t>rocket</a:t>
                </a:r>
                <a:endParaRPr lang="en-SG" sz="1200" i="1" dirty="0"/>
              </a:p>
            </p:txBody>
          </p:sp>
        </p:grpSp>
        <p:sp>
          <p:nvSpPr>
            <p:cNvPr id="29704" name="TextBox 14"/>
            <p:cNvSpPr txBox="1">
              <a:spLocks noChangeArrowheads="1"/>
            </p:cNvSpPr>
            <p:nvPr/>
          </p:nvSpPr>
          <p:spPr bwMode="auto">
            <a:xfrm>
              <a:off x="5473690" y="2474384"/>
              <a:ext cx="59690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male</a:t>
              </a:r>
              <a:endParaRPr lang="en-SG" sz="1200" i="1" dirty="0"/>
            </a:p>
          </p:txBody>
        </p:sp>
        <p:sp>
          <p:nvSpPr>
            <p:cNvPr id="29705" name="TextBox 15"/>
            <p:cNvSpPr txBox="1">
              <a:spLocks noChangeArrowheads="1"/>
            </p:cNvSpPr>
            <p:nvPr/>
          </p:nvSpPr>
          <p:spPr bwMode="auto">
            <a:xfrm>
              <a:off x="6581017" y="2474384"/>
              <a:ext cx="668337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female</a:t>
              </a:r>
              <a:endParaRPr lang="en-SG" sz="1200" i="1" dirty="0"/>
            </a:p>
          </p:txBody>
        </p:sp>
      </p:grpSp>
      <p:sp>
        <p:nvSpPr>
          <p:cNvPr id="1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28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7. </a:t>
            </a:r>
            <a:r>
              <a:rPr lang="en-GB" sz="3200" dirty="0" smtClean="0">
                <a:solidFill>
                  <a:srgbClr val="9933FF"/>
                </a:solidFill>
                <a:latin typeface="Garamond" pitchFamily="18" charset="0"/>
              </a:rPr>
              <a:t>Exercise #2: A simple “drawing” program (3/3)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71487" y="1141413"/>
            <a:ext cx="4144056" cy="452437"/>
          </a:xfrm>
        </p:spPr>
        <p:txBody>
          <a:bodyPr>
            <a:normAutofit/>
          </a:bodyPr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2000" dirty="0" smtClean="0"/>
              <a:t>Implementation (partial program)</a:t>
            </a:r>
          </a:p>
        </p:txBody>
      </p:sp>
      <p:sp>
        <p:nvSpPr>
          <p:cNvPr id="7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29</a:t>
            </a:fld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527124" y="5507915"/>
            <a:ext cx="4034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Write a complete program </a:t>
            </a:r>
            <a:r>
              <a:rPr lang="en-US" sz="2400" dirty="0" smtClean="0">
                <a:solidFill>
                  <a:srgbClr val="0000FF"/>
                </a:solidFill>
              </a:rPr>
              <a:t>Week3_DrawFigures.c</a:t>
            </a:r>
            <a:endParaRPr lang="en-SG" sz="2400" dirty="0">
              <a:solidFill>
                <a:srgbClr val="0000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29783" y="1394302"/>
            <a:ext cx="7961074" cy="4721227"/>
            <a:chOff x="529783" y="1394302"/>
            <a:chExt cx="7961074" cy="4721227"/>
          </a:xfrm>
        </p:grpSpPr>
        <p:sp>
          <p:nvSpPr>
            <p:cNvPr id="8" name="TextBox 7"/>
            <p:cNvSpPr txBox="1"/>
            <p:nvPr/>
          </p:nvSpPr>
          <p:spPr>
            <a:xfrm>
              <a:off x="529783" y="1714324"/>
              <a:ext cx="3987788" cy="375487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US" sz="1400" b="1" dirty="0" smtClean="0">
                  <a:solidFill>
                    <a:srgbClr val="7030A0"/>
                  </a:solidFill>
                  <a:latin typeface="Courier New" pitchFamily="49" charset="0"/>
                  <a:cs typeface="Courier New" pitchFamily="49" charset="0"/>
                </a:rPr>
                <a:t>#include 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&lt;</a:t>
              </a:r>
              <a:r>
                <a:rPr lang="en-US" sz="1400" b="1" dirty="0" err="1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stdio.h</a:t>
              </a:r>
              <a:r>
                <a:rPr lang="en-US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&gt;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endParaRPr lang="en-SG" sz="1400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draw_rocket_ship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draw_male_stick_figure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draw_circle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draw_rectangle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err="1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main(</a:t>
              </a: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 {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draw_rocket_ship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draw_male_stick_figure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return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0;</a:t>
              </a:r>
            </a:p>
            <a:p>
              <a:pPr>
                <a:tabLst>
                  <a:tab pos="358775" algn="l"/>
                  <a:tab pos="719138" algn="l"/>
                  <a:tab pos="1087438" algn="l"/>
                  <a:tab pos="1377950" algn="l"/>
                  <a:tab pos="1698625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13515" y="1714324"/>
              <a:ext cx="3777342" cy="440120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draw_rocket_ship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draw_male_stick_figure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draw_circle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   **  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    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    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 **  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endParaRPr lang="en-SG" sz="1400" b="1" dirty="0" smtClean="0">
                <a:latin typeface="Courier New" pitchFamily="49" charset="0"/>
                <a:cs typeface="Courier New" pitchFamily="49" charset="0"/>
              </a:endParaRP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solidFill>
                    <a:srgbClr val="0000FF"/>
                  </a:solidFill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draw_rectangle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() {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******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 *    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    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    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	</a:t>
              </a:r>
              <a:r>
                <a:rPr lang="en-SG" sz="1400" b="1" dirty="0" err="1" smtClean="0"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****** </a:t>
              </a:r>
              <a:r>
                <a:rPr lang="en-SG" sz="1400" b="1" dirty="0" smtClean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\n</a:t>
              </a:r>
              <a:r>
                <a:rPr lang="en-SG" sz="1400" b="1" dirty="0" smtClean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>
                <a:tabLst>
                  <a:tab pos="358775" algn="l"/>
                  <a:tab pos="719138" algn="l"/>
                  <a:tab pos="1077913" algn="l"/>
                </a:tabLst>
              </a:pPr>
              <a:r>
                <a:rPr lang="en-SG" sz="1400" b="1" dirty="0" smtClean="0">
                  <a:latin typeface="Courier New" pitchFamily="49" charset="0"/>
                  <a:cs typeface="Courier New" pitchFamily="49" charset="0"/>
                </a:rPr>
                <a:t>}</a:t>
              </a:r>
              <a:endParaRPr lang="en-US" sz="1400" b="1" dirty="0" smtClean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24062" y="1394302"/>
              <a:ext cx="3301735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Week3_DrawFiguresPartial.c</a:t>
              </a:r>
              <a:endParaRPr lang="en-SG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Functions (1/5)</a:t>
            </a:r>
            <a:endParaRPr lang="en-GB" sz="48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71487" y="1141413"/>
            <a:ext cx="8304377" cy="5257800"/>
          </a:xfrm>
        </p:spPr>
        <p:txBody>
          <a:bodyPr>
            <a:normAutofit/>
          </a:bodyPr>
          <a:lstStyle/>
          <a:p>
            <a:pPr marL="457200" indent="-457200" eaLnBrk="1" hangingPunct="1"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A </a:t>
            </a:r>
            <a:r>
              <a:rPr lang="en-GB" sz="2000" dirty="0" smtClean="0">
                <a:solidFill>
                  <a:srgbClr val="0000FF"/>
                </a:solidFill>
              </a:rPr>
              <a:t>program</a:t>
            </a:r>
            <a:r>
              <a:rPr lang="en-GB" sz="2000" dirty="0" smtClean="0"/>
              <a:t> is a collection of functions to transform input (if any) to output (if any)</a:t>
            </a:r>
          </a:p>
          <a:p>
            <a:pPr marL="457200" indent="-457200" eaLnBrk="1" hangingPunct="1"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In general, </a:t>
            </a:r>
            <a:r>
              <a:rPr lang="en-GB" sz="2000" dirty="0" smtClean="0">
                <a:solidFill>
                  <a:srgbClr val="0000FF"/>
                </a:solidFill>
              </a:rPr>
              <a:t>each box </a:t>
            </a:r>
            <a:r>
              <a:rPr lang="en-GB" sz="2000" dirty="0" smtClean="0"/>
              <a:t>in a structure chart, which is a sub-problem, gives rise to a </a:t>
            </a:r>
            <a:r>
              <a:rPr lang="en-GB" sz="2000" dirty="0" smtClean="0">
                <a:solidFill>
                  <a:srgbClr val="0000FF"/>
                </a:solidFill>
              </a:rPr>
              <a:t>function</a:t>
            </a:r>
          </a:p>
          <a:p>
            <a:pPr marL="457200" indent="-457200" eaLnBrk="1" hangingPunct="1"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In mathematics, a </a:t>
            </a:r>
            <a:r>
              <a:rPr lang="en-GB" sz="2000" dirty="0" smtClean="0">
                <a:solidFill>
                  <a:srgbClr val="0000FF"/>
                </a:solidFill>
              </a:rPr>
              <a:t>function</a:t>
            </a:r>
            <a:r>
              <a:rPr lang="en-GB" sz="2000" dirty="0" smtClean="0"/>
              <a:t> maps some input values to a </a:t>
            </a:r>
            <a:r>
              <a:rPr lang="en-GB" sz="2000" dirty="0" smtClean="0">
                <a:solidFill>
                  <a:srgbClr val="0000FF"/>
                </a:solidFill>
              </a:rPr>
              <a:t>single</a:t>
            </a:r>
            <a:r>
              <a:rPr lang="en-GB" sz="2000" dirty="0" smtClean="0"/>
              <a:t> (possibly multiple dimensions) output</a:t>
            </a:r>
          </a:p>
          <a:p>
            <a:pPr marL="457200" indent="-457200" eaLnBrk="1" hangingPunct="1"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In C, a </a:t>
            </a:r>
            <a:r>
              <a:rPr lang="en-GB" sz="2000" dirty="0" smtClean="0">
                <a:solidFill>
                  <a:srgbClr val="0000FF"/>
                </a:solidFill>
              </a:rPr>
              <a:t>function</a:t>
            </a:r>
            <a:r>
              <a:rPr lang="en-GB" sz="2000" dirty="0" smtClean="0"/>
              <a:t> maps some input values to </a:t>
            </a:r>
            <a:r>
              <a:rPr lang="en-GB" sz="2000" dirty="0" smtClean="0">
                <a:solidFill>
                  <a:srgbClr val="0000FF"/>
                </a:solidFill>
              </a:rPr>
              <a:t>zero or more </a:t>
            </a:r>
            <a:r>
              <a:rPr lang="en-GB" sz="2000" dirty="0" smtClean="0"/>
              <a:t>output values</a:t>
            </a:r>
          </a:p>
          <a:p>
            <a:pPr marL="857250" lvl="1" indent="-317500" eaLnBrk="1" hangingPunct="1">
              <a:spcBef>
                <a:spcPts val="300"/>
              </a:spcBef>
              <a:buClrTx/>
              <a:buSzPct val="120000"/>
              <a:buFontTx/>
              <a:buChar char="-"/>
            </a:pPr>
            <a:r>
              <a:rPr lang="en-GB" sz="2000" dirty="0" smtClean="0">
                <a:solidFill>
                  <a:srgbClr val="0000FF"/>
                </a:solidFill>
              </a:rPr>
              <a:t>Zero output </a:t>
            </a:r>
            <a:r>
              <a:rPr lang="en-GB" sz="2000" dirty="0" smtClean="0"/>
              <a:t>through   </a:t>
            </a:r>
            <a:r>
              <a:rPr lang="en-GB" sz="2000" dirty="0" smtClean="0">
                <a:solidFill>
                  <a:srgbClr val="0000FF"/>
                </a:solidFill>
              </a:rPr>
              <a:t>       </a:t>
            </a:r>
            <a:r>
              <a:rPr lang="en-GB" sz="1600" dirty="0" smtClean="0">
                <a:solidFill>
                  <a:srgbClr val="006600"/>
                </a:solidFill>
              </a:rPr>
              <a:t>“void </a:t>
            </a:r>
            <a:r>
              <a:rPr lang="en-GB" sz="1600" dirty="0" err="1" smtClean="0">
                <a:solidFill>
                  <a:srgbClr val="006600"/>
                </a:solidFill>
              </a:rPr>
              <a:t>func</a:t>
            </a:r>
            <a:r>
              <a:rPr lang="en-GB" sz="1600" dirty="0" smtClean="0">
                <a:solidFill>
                  <a:srgbClr val="006600"/>
                </a:solidFill>
              </a:rPr>
              <a:t> (  … ) {  … }”</a:t>
            </a:r>
          </a:p>
          <a:p>
            <a:pPr marL="857250" lvl="1" indent="-317500" eaLnBrk="1" hangingPunct="1">
              <a:spcBef>
                <a:spcPts val="300"/>
              </a:spcBef>
              <a:buClrTx/>
              <a:buSzPct val="120000"/>
              <a:buFontTx/>
              <a:buChar char="-"/>
            </a:pPr>
            <a:r>
              <a:rPr lang="en-GB" sz="2000" dirty="0" smtClean="0">
                <a:solidFill>
                  <a:srgbClr val="0000FF"/>
                </a:solidFill>
              </a:rPr>
              <a:t>One output </a:t>
            </a:r>
            <a:r>
              <a:rPr lang="en-GB" sz="2000" dirty="0" smtClean="0"/>
              <a:t>through, e.g.,  </a:t>
            </a:r>
            <a:r>
              <a:rPr lang="en-GB" sz="1600" dirty="0" smtClean="0">
                <a:solidFill>
                  <a:srgbClr val="006600"/>
                </a:solidFill>
              </a:rPr>
              <a:t>“double </a:t>
            </a:r>
            <a:r>
              <a:rPr lang="en-GB" sz="1600" dirty="0" err="1" smtClean="0">
                <a:solidFill>
                  <a:srgbClr val="006600"/>
                </a:solidFill>
              </a:rPr>
              <a:t>func</a:t>
            </a:r>
            <a:r>
              <a:rPr lang="en-GB" sz="1600" dirty="0" smtClean="0">
                <a:solidFill>
                  <a:srgbClr val="006600"/>
                </a:solidFill>
              </a:rPr>
              <a:t> ( … } { …; return value; }”</a:t>
            </a:r>
          </a:p>
          <a:p>
            <a:pPr marL="857250" lvl="1" indent="-317500" eaLnBrk="1" hangingPunct="1">
              <a:spcBef>
                <a:spcPts val="300"/>
              </a:spcBef>
              <a:buClrTx/>
              <a:buSzPct val="120000"/>
              <a:buFontTx/>
              <a:buChar char="-"/>
            </a:pPr>
            <a:r>
              <a:rPr lang="en-GB" sz="2000" dirty="0" smtClean="0">
                <a:solidFill>
                  <a:srgbClr val="0000FF"/>
                </a:solidFill>
              </a:rPr>
              <a:t>More outputs </a:t>
            </a:r>
            <a:r>
              <a:rPr lang="en-GB" sz="2000" dirty="0" smtClean="0"/>
              <a:t>through </a:t>
            </a:r>
            <a:r>
              <a:rPr lang="en-GB" sz="2000" dirty="0" smtClean="0">
                <a:solidFill>
                  <a:srgbClr val="0000FF"/>
                </a:solidFill>
              </a:rPr>
              <a:t>changing input values</a:t>
            </a:r>
            <a:r>
              <a:rPr lang="en-GB" sz="2000" dirty="0" smtClean="0">
                <a:solidFill>
                  <a:srgbClr val="FF0000"/>
                </a:solidFill>
              </a:rPr>
              <a:t>  </a:t>
            </a:r>
            <a:r>
              <a:rPr lang="en-GB" sz="1600" dirty="0" smtClean="0">
                <a:solidFill>
                  <a:srgbClr val="800000"/>
                </a:solidFill>
              </a:rPr>
              <a:t>(we’ll cover this later)</a:t>
            </a:r>
          </a:p>
          <a:p>
            <a:pPr marL="1257300" lvl="2" indent="-354013" eaLnBrk="1" hangingPunct="1">
              <a:spcBef>
                <a:spcPts val="300"/>
              </a:spcBef>
              <a:buSzPct val="100000"/>
              <a:buFont typeface="Arial" pitchFamily="34" charset="0"/>
              <a:buChar char="•"/>
            </a:pPr>
            <a:r>
              <a:rPr lang="en-GB" sz="1600" dirty="0" smtClean="0">
                <a:solidFill>
                  <a:srgbClr val="0000FF"/>
                </a:solidFill>
              </a:rPr>
              <a:t>‘&amp;’</a:t>
            </a:r>
            <a:r>
              <a:rPr lang="en-GB" sz="1600" b="1" dirty="0" smtClean="0">
                <a:solidFill>
                  <a:srgbClr val="0000FF"/>
                </a:solidFill>
              </a:rPr>
              <a:t> </a:t>
            </a:r>
            <a:r>
              <a:rPr lang="en-GB" sz="1600" dirty="0" smtClean="0"/>
              <a:t>– ‘address of’ operator </a:t>
            </a:r>
          </a:p>
          <a:p>
            <a:pPr marL="1257300" lvl="2" indent="-354013" eaLnBrk="1" hangingPunct="1">
              <a:spcBef>
                <a:spcPts val="300"/>
              </a:spcBef>
              <a:buSzPct val="100000"/>
              <a:buFont typeface="Arial" pitchFamily="34" charset="0"/>
              <a:buChar char="•"/>
            </a:pPr>
            <a:r>
              <a:rPr lang="en-GB" sz="1600" b="1" dirty="0" smtClean="0">
                <a:solidFill>
                  <a:srgbClr val="0000FF"/>
                </a:solidFill>
              </a:rPr>
              <a:t>‘*’</a:t>
            </a:r>
            <a:r>
              <a:rPr lang="en-GB" sz="1600" b="1" dirty="0" smtClean="0">
                <a:solidFill>
                  <a:srgbClr val="FF0000"/>
                </a:solidFill>
              </a:rPr>
              <a:t> </a:t>
            </a:r>
            <a:r>
              <a:rPr lang="en-GB" sz="1600" dirty="0" smtClean="0"/>
              <a:t>– ‘indirection’ operator; go to the address stored in the variable following the * to get the/put a value at that address</a:t>
            </a:r>
          </a:p>
          <a:p>
            <a:pPr marL="457200" indent="-457200" eaLnBrk="1" hangingPunct="1">
              <a:buSzPct val="100000"/>
              <a:buFont typeface="Wingdings" pitchFamily="2" charset="2"/>
              <a:buChar char="§"/>
            </a:pPr>
            <a:r>
              <a:rPr lang="en-GB" sz="2000" dirty="0" smtClean="0">
                <a:solidFill>
                  <a:srgbClr val="0000FF"/>
                </a:solidFill>
              </a:rPr>
              <a:t>Return value </a:t>
            </a:r>
            <a:r>
              <a:rPr lang="en-GB" sz="2000" dirty="0" smtClean="0"/>
              <a:t>(if any) from function call can (but need not) be assigned to a variable.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30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Functions (2/5)</a:t>
            </a:r>
            <a:endParaRPr lang="en-GB" sz="48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71488" y="1152525"/>
            <a:ext cx="8078787" cy="3079750"/>
          </a:xfrm>
        </p:spPr>
        <p:txBody>
          <a:bodyPr>
            <a:normAutofit lnSpcReduction="10000"/>
          </a:bodyPr>
          <a:lstStyle/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FF0000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tabLst>
                <a:tab pos="4121150" algn="l"/>
              </a:tabLst>
            </a:pPr>
            <a:r>
              <a:rPr lang="en-GB" sz="2400" dirty="0" smtClean="0"/>
              <a:t>Syntax:      	</a:t>
            </a:r>
            <a:r>
              <a:rPr lang="en-GB" sz="2000" dirty="0" smtClean="0"/>
              <a:t>Example (</a:t>
            </a:r>
            <a:r>
              <a:rPr lang="en-GB" sz="2000" dirty="0" smtClean="0">
                <a:solidFill>
                  <a:srgbClr val="0000FF"/>
                </a:solidFill>
              </a:rPr>
              <a:t>Week3_Sample.c</a:t>
            </a:r>
            <a:r>
              <a:rPr lang="en-GB" sz="2000" dirty="0" smtClean="0"/>
              <a:t>):</a:t>
            </a:r>
            <a:endParaRPr lang="en-GB" sz="2400" dirty="0" smtClean="0"/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i="1" dirty="0" smtClean="0">
                <a:solidFill>
                  <a:srgbClr val="0000FF"/>
                </a:solidFill>
              </a:rPr>
              <a:t>function interface comment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600" i="1" dirty="0" err="1" smtClean="0">
                <a:solidFill>
                  <a:srgbClr val="0000FF"/>
                </a:solidFill>
              </a:rPr>
              <a:t>ftype</a:t>
            </a:r>
            <a:r>
              <a:rPr lang="en-GB" sz="1600" i="1" dirty="0" smtClean="0">
                <a:solidFill>
                  <a:srgbClr val="0000FF"/>
                </a:solidFill>
              </a:rPr>
              <a:t>  </a:t>
            </a:r>
            <a:r>
              <a:rPr lang="en-GB" sz="1600" i="1" dirty="0" err="1" smtClean="0">
                <a:solidFill>
                  <a:srgbClr val="0000FF"/>
                </a:solidFill>
              </a:rPr>
              <a:t>fname</a:t>
            </a:r>
            <a:r>
              <a:rPr lang="en-GB" sz="1600" i="1" dirty="0" smtClean="0">
                <a:solidFill>
                  <a:srgbClr val="0000FF"/>
                </a:solidFill>
              </a:rPr>
              <a:t> (formal parameter declaration list)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dirty="0" smtClean="0">
                <a:solidFill>
                  <a:srgbClr val="0000FF"/>
                </a:solidFill>
              </a:rPr>
              <a:t>{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i="1" dirty="0" smtClean="0">
                <a:solidFill>
                  <a:srgbClr val="0000FF"/>
                </a:solidFill>
              </a:rPr>
              <a:t>	local variable declarations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i="1" dirty="0" smtClean="0">
                <a:solidFill>
                  <a:srgbClr val="0000FF"/>
                </a:solidFill>
              </a:rPr>
              <a:t>	executable statements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i="1" dirty="0" smtClean="0">
                <a:solidFill>
                  <a:srgbClr val="0000FF"/>
                </a:solidFill>
              </a:rPr>
              <a:t>	// include return statements, if any</a:t>
            </a: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r>
              <a:rPr lang="en-GB" sz="1800" dirty="0" smtClean="0">
                <a:solidFill>
                  <a:srgbClr val="0000FF"/>
                </a:solidFill>
              </a:rPr>
              <a:t>}</a:t>
            </a: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938" y="4876800"/>
            <a:ext cx="7654925" cy="862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Notes:</a:t>
            </a:r>
          </a:p>
          <a:p>
            <a:pPr marL="457200" indent="-457200">
              <a:buSzPct val="120000"/>
              <a:buFont typeface="Wingdings" pitchFamily="2" charset="2"/>
              <a:buNone/>
              <a:defRPr/>
            </a:pPr>
            <a:r>
              <a:rPr lang="en-GB" sz="1600" dirty="0">
                <a:solidFill>
                  <a:srgbClr val="0000FF"/>
                </a:solidFill>
                <a:latin typeface="Arial" charset="0"/>
                <a:cs typeface="Arial" charset="0"/>
              </a:rPr>
              <a:t>  Precondition: </a:t>
            </a:r>
            <a:r>
              <a:rPr lang="en-GB" sz="1600" dirty="0">
                <a:latin typeface="Arial" charset="0"/>
                <a:cs typeface="Arial" charset="0"/>
              </a:rPr>
              <a:t>describes conditions that should be true </a:t>
            </a:r>
            <a:r>
              <a:rPr lang="en-GB" sz="1600" dirty="0">
                <a:solidFill>
                  <a:srgbClr val="0000FF"/>
                </a:solidFill>
                <a:latin typeface="Arial" charset="0"/>
                <a:cs typeface="Arial" charset="0"/>
              </a:rPr>
              <a:t>before calling </a:t>
            </a:r>
            <a:r>
              <a:rPr lang="en-GB" sz="1600" dirty="0">
                <a:latin typeface="Arial" charset="0"/>
                <a:cs typeface="Arial" charset="0"/>
              </a:rPr>
              <a:t>function.</a:t>
            </a:r>
            <a:endParaRPr lang="en-GB" sz="1600" b="1" dirty="0">
              <a:latin typeface="Arial" charset="0"/>
              <a:cs typeface="Arial" charset="0"/>
            </a:endParaRPr>
          </a:p>
          <a:p>
            <a:pPr marL="457200" indent="-457200">
              <a:buSzPct val="120000"/>
              <a:buFont typeface="Wingdings" pitchFamily="2" charset="2"/>
              <a:buNone/>
              <a:defRPr/>
            </a:pPr>
            <a:r>
              <a:rPr lang="en-GB" sz="1600" dirty="0">
                <a:solidFill>
                  <a:srgbClr val="0000FF"/>
                </a:solidFill>
                <a:latin typeface="Arial" charset="0"/>
                <a:cs typeface="Arial" charset="0"/>
              </a:rPr>
              <a:t>  </a:t>
            </a:r>
            <a:r>
              <a:rPr lang="en-GB" sz="1600" dirty="0" err="1">
                <a:solidFill>
                  <a:srgbClr val="0000FF"/>
                </a:solidFill>
                <a:latin typeface="Arial" charset="0"/>
                <a:cs typeface="Arial" charset="0"/>
              </a:rPr>
              <a:t>Postcondition</a:t>
            </a:r>
            <a:r>
              <a:rPr lang="en-GB" sz="1600" dirty="0">
                <a:solidFill>
                  <a:srgbClr val="0000FF"/>
                </a:solidFill>
                <a:latin typeface="Arial" charset="0"/>
                <a:cs typeface="Arial" charset="0"/>
              </a:rPr>
              <a:t>: </a:t>
            </a:r>
            <a:r>
              <a:rPr lang="en-GB" sz="1600" dirty="0">
                <a:latin typeface="Arial" charset="0"/>
                <a:cs typeface="Arial" charset="0"/>
              </a:rPr>
              <a:t>describes conditions that should be true </a:t>
            </a:r>
            <a:r>
              <a:rPr lang="en-GB" sz="1600" dirty="0">
                <a:solidFill>
                  <a:srgbClr val="0000FF"/>
                </a:solidFill>
                <a:latin typeface="Arial" charset="0"/>
                <a:cs typeface="Arial" charset="0"/>
              </a:rPr>
              <a:t>after executing </a:t>
            </a:r>
            <a:r>
              <a:rPr lang="en-GB" sz="1600" dirty="0">
                <a:latin typeface="Arial" charset="0"/>
                <a:cs typeface="Arial" charset="0"/>
              </a:rPr>
              <a:t>function.</a:t>
            </a:r>
          </a:p>
        </p:txBody>
      </p:sp>
      <p:pic>
        <p:nvPicPr>
          <p:cNvPr id="8" name="Picture 7" descr="week3_sample_function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91088" y="1985963"/>
            <a:ext cx="4111625" cy="23304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31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week3_sample_main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20434"/>
            <a:ext cx="4387850" cy="191611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week3_sample_function.gif"/>
          <p:cNvPicPr>
            <a:picLocks noChangeAspect="1"/>
          </p:cNvPicPr>
          <p:nvPr/>
        </p:nvPicPr>
        <p:blipFill>
          <a:blip r:embed="rId4" cstate="print"/>
          <a:srcRect t="32811"/>
          <a:stretch>
            <a:fillRect/>
          </a:stretch>
        </p:blipFill>
        <p:spPr>
          <a:xfrm>
            <a:off x="5254625" y="3101434"/>
            <a:ext cx="3713163" cy="141287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Functions (3/5)</a:t>
            </a:r>
            <a:endParaRPr lang="en-GB" sz="48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471488" y="1152524"/>
            <a:ext cx="8672512" cy="1526129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SzPct val="120000"/>
              <a:buFont typeface="Wingdings" pitchFamily="2" charset="2"/>
              <a:buNone/>
              <a:defRPr/>
            </a:pPr>
            <a:r>
              <a:rPr lang="en-GB" sz="1800" dirty="0" smtClean="0">
                <a:solidFill>
                  <a:srgbClr val="0000FF"/>
                </a:solidFill>
              </a:rPr>
              <a:t>Actual parameters </a:t>
            </a:r>
            <a:r>
              <a:rPr lang="en-GB" sz="1800" dirty="0" smtClean="0"/>
              <a:t>(also </a:t>
            </a:r>
            <a:r>
              <a:rPr lang="en-GB" sz="1800" dirty="0" smtClean="0">
                <a:solidFill>
                  <a:srgbClr val="0000FF"/>
                </a:solidFill>
              </a:rPr>
              <a:t>arguments</a:t>
            </a:r>
            <a:r>
              <a:rPr lang="en-GB" sz="1800" dirty="0" smtClean="0"/>
              <a:t>)</a:t>
            </a:r>
            <a:r>
              <a:rPr lang="en-GB" sz="1800" dirty="0" smtClean="0">
                <a:solidFill>
                  <a:srgbClr val="0000FF"/>
                </a:solidFill>
              </a:rPr>
              <a:t> </a:t>
            </a:r>
            <a:r>
              <a:rPr lang="en-GB" sz="1800" dirty="0" smtClean="0"/>
              <a:t>are values passed to function for computation</a:t>
            </a:r>
          </a:p>
          <a:p>
            <a:pPr marL="0" indent="0" eaLnBrk="1" hangingPunct="1">
              <a:buSzPct val="120000"/>
              <a:buFont typeface="Wingdings" pitchFamily="2" charset="2"/>
              <a:buNone/>
              <a:defRPr/>
            </a:pPr>
            <a:r>
              <a:rPr lang="en-GB" sz="1800" dirty="0" smtClean="0">
                <a:solidFill>
                  <a:srgbClr val="0000FF"/>
                </a:solidFill>
              </a:rPr>
              <a:t>Formal parameters </a:t>
            </a:r>
            <a:r>
              <a:rPr lang="en-GB" sz="1800" dirty="0" smtClean="0"/>
              <a:t>(or simply </a:t>
            </a:r>
            <a:r>
              <a:rPr lang="en-GB" sz="1800" dirty="0" smtClean="0">
                <a:solidFill>
                  <a:srgbClr val="0000FF"/>
                </a:solidFill>
              </a:rPr>
              <a:t>parameters</a:t>
            </a:r>
            <a:r>
              <a:rPr lang="en-GB" sz="1800" dirty="0" smtClean="0"/>
              <a:t>)</a:t>
            </a:r>
            <a:r>
              <a:rPr lang="en-GB" sz="1800" dirty="0" smtClean="0">
                <a:solidFill>
                  <a:srgbClr val="0000FF"/>
                </a:solidFill>
              </a:rPr>
              <a:t> </a:t>
            </a:r>
            <a:r>
              <a:rPr lang="en-GB" sz="1800" dirty="0" smtClean="0"/>
              <a:t>are placeholder when function is defined. </a:t>
            </a:r>
          </a:p>
          <a:p>
            <a:pPr marL="714375" indent="-350838" eaLnBrk="1" hangingPunct="1">
              <a:spcBef>
                <a:spcPts val="200"/>
              </a:spcBef>
              <a:buSzPct val="100000"/>
              <a:buFont typeface="Wingdings" pitchFamily="2" charset="2"/>
              <a:buChar char="§"/>
              <a:defRPr/>
            </a:pPr>
            <a:r>
              <a:rPr lang="en-GB" sz="1800" dirty="0" smtClean="0">
                <a:solidFill>
                  <a:srgbClr val="0000FF"/>
                </a:solidFill>
              </a:rPr>
              <a:t>Matching</a:t>
            </a:r>
            <a:r>
              <a:rPr lang="en-GB" sz="1800" dirty="0" smtClean="0"/>
              <a:t> of actual and formal parameters from left to right</a:t>
            </a:r>
          </a:p>
          <a:p>
            <a:pPr marL="714375" indent="-350838" eaLnBrk="1" hangingPunct="1">
              <a:spcBef>
                <a:spcPts val="200"/>
              </a:spcBef>
              <a:buSzPct val="100000"/>
              <a:buFont typeface="Wingdings" pitchFamily="2" charset="2"/>
              <a:buChar char="§"/>
              <a:defRPr/>
            </a:pPr>
            <a:r>
              <a:rPr lang="en-GB" sz="1800" dirty="0" smtClean="0">
                <a:solidFill>
                  <a:srgbClr val="0000FF"/>
                </a:solidFill>
              </a:rPr>
              <a:t>Scope</a:t>
            </a:r>
            <a:r>
              <a:rPr lang="en-GB" sz="1800" dirty="0" smtClean="0"/>
              <a:t> of formal parameters, local variables are within the function only</a:t>
            </a:r>
            <a:endParaRPr lang="en-GB" sz="24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i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</p:txBody>
      </p:sp>
      <p:cxnSp>
        <p:nvCxnSpPr>
          <p:cNvPr id="13" name="Elbow Connector 12"/>
          <p:cNvCxnSpPr/>
          <p:nvPr/>
        </p:nvCxnSpPr>
        <p:spPr bwMode="auto">
          <a:xfrm flipV="1">
            <a:off x="3095625" y="3206209"/>
            <a:ext cx="2074863" cy="433387"/>
          </a:xfrm>
          <a:prstGeom prst="bentConnector3">
            <a:avLst>
              <a:gd name="adj1" fmla="val 66384"/>
            </a:avLst>
          </a:prstGeom>
          <a:ln>
            <a:solidFill>
              <a:srgbClr val="FF0000"/>
            </a:solidFill>
            <a:headEnd type="none" w="sm" len="sm"/>
            <a:tailEnd type="arrow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71488" y="4751388"/>
            <a:ext cx="85090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14375" indent="-350838">
              <a:spcBef>
                <a:spcPct val="200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kern="0" dirty="0">
                <a:latin typeface="+mn-lt"/>
                <a:cs typeface="+mn-cs"/>
              </a:rPr>
              <a:t>Arrows indicate 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flow of control </a:t>
            </a:r>
            <a:r>
              <a:rPr lang="en-GB" kern="0" dirty="0">
                <a:latin typeface="+mn-lt"/>
                <a:cs typeface="+mn-cs"/>
              </a:rPr>
              <a:t>between main and a 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call </a:t>
            </a:r>
            <a:r>
              <a:rPr lang="en-GB" kern="0" dirty="0">
                <a:latin typeface="+mn-lt"/>
                <a:cs typeface="+mn-cs"/>
              </a:rPr>
              <a:t>to a function</a:t>
            </a:r>
          </a:p>
          <a:p>
            <a:pPr marL="714375" indent="-350838">
              <a:spcBef>
                <a:spcPct val="200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kern="0" dirty="0">
                <a:latin typeface="+mn-lt"/>
                <a:cs typeface="+mn-cs"/>
              </a:rPr>
              <a:t>Provide function </a:t>
            </a:r>
            <a:r>
              <a:rPr lang="en-GB" kern="0" dirty="0">
                <a:solidFill>
                  <a:srgbClr val="0000FF"/>
                </a:solidFill>
                <a:latin typeface="+mn-lt"/>
                <a:cs typeface="+mn-cs"/>
              </a:rPr>
              <a:t>prototype</a:t>
            </a:r>
            <a:r>
              <a:rPr lang="en-GB" kern="0" dirty="0">
                <a:latin typeface="+mn-lt"/>
                <a:cs typeface="+mn-cs"/>
              </a:rPr>
              <a:t> as function may be used before (compiler sees) its definition:</a:t>
            </a: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4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i="1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rot="10800000">
            <a:off x="1266825" y="3663409"/>
            <a:ext cx="4171950" cy="563562"/>
          </a:xfrm>
          <a:prstGeom prst="straightConnector1">
            <a:avLst/>
          </a:prstGeom>
          <a:solidFill>
            <a:schemeClr val="accent1"/>
          </a:solidFill>
          <a:ln w="28575" cap="sq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pic>
        <p:nvPicPr>
          <p:cNvPr id="28" name="Picture 27" descr="week3_sample_function_prototype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22650" y="5448300"/>
            <a:ext cx="4806950" cy="88741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32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Functions (4/5)</a:t>
            </a:r>
            <a:endParaRPr lang="en-GB" sz="48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565150" y="1235075"/>
            <a:ext cx="2295525" cy="736229"/>
          </a:xfrm>
        </p:spPr>
        <p:txBody>
          <a:bodyPr/>
          <a:lstStyle/>
          <a:p>
            <a:pPr marL="0" indent="0" eaLnBrk="1" hangingPunct="1">
              <a:buSzPct val="120000"/>
              <a:buFont typeface="Wingdings" pitchFamily="2" charset="2"/>
              <a:buNone/>
              <a:defRPr/>
            </a:pPr>
            <a:r>
              <a:rPr lang="en-GB" sz="2000" dirty="0" smtClean="0"/>
              <a:t>The complete program</a:t>
            </a:r>
            <a:endParaRPr lang="en-GB" sz="20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i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1800" dirty="0" smtClean="0">
              <a:solidFill>
                <a:srgbClr val="0000FF"/>
              </a:solidFill>
            </a:endParaRPr>
          </a:p>
        </p:txBody>
      </p:sp>
      <p:sp>
        <p:nvSpPr>
          <p:cNvPr id="6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33</a:t>
            </a:fld>
            <a:endParaRPr lang="en-US" sz="1000" dirty="0"/>
          </a:p>
        </p:txBody>
      </p:sp>
      <p:grpSp>
        <p:nvGrpSpPr>
          <p:cNvPr id="8" name="Group 7"/>
          <p:cNvGrpSpPr/>
          <p:nvPr/>
        </p:nvGrpSpPr>
        <p:grpSpPr>
          <a:xfrm>
            <a:off x="3024187" y="541868"/>
            <a:ext cx="5882745" cy="5870046"/>
            <a:chOff x="3024188" y="968036"/>
            <a:chExt cx="5181600" cy="5443877"/>
          </a:xfrm>
        </p:grpSpPr>
        <p:pic>
          <p:nvPicPr>
            <p:cNvPr id="14" name="Picture 13" descr="week3_sample.gif"/>
            <p:cNvPicPr>
              <a:picLocks noChangeAspect="1"/>
            </p:cNvPicPr>
            <p:nvPr/>
          </p:nvPicPr>
          <p:blipFill>
            <a:blip r:embed="rId3" cstate="print"/>
            <a:srcRect t="5983" r="2885" b="7009"/>
            <a:stretch>
              <a:fillRect/>
            </a:stretch>
          </p:blipFill>
          <p:spPr>
            <a:xfrm>
              <a:off x="3024188" y="1190625"/>
              <a:ext cx="5181600" cy="5221288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/>
            <p:cNvSpPr txBox="1"/>
            <p:nvPr/>
          </p:nvSpPr>
          <p:spPr>
            <a:xfrm>
              <a:off x="6033868" y="968036"/>
              <a:ext cx="2076980" cy="369332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Week3_Sample.c</a:t>
              </a:r>
              <a:endParaRPr lang="en-SG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8. Functions (5/5)</a:t>
            </a:r>
            <a:endParaRPr lang="en-GB" sz="4800" dirty="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71488" y="1343025"/>
            <a:ext cx="7948612" cy="4940300"/>
          </a:xfrm>
        </p:spPr>
        <p:txBody>
          <a:bodyPr>
            <a:normAutofit/>
          </a:bodyPr>
          <a:lstStyle/>
          <a:p>
            <a:pPr marL="457200" indent="-457200" eaLnBrk="1" hangingPunct="1">
              <a:spcBef>
                <a:spcPct val="0"/>
              </a:spcBef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Use of functions allow us to manage a complex (abstract) task with a number of simple (specified) ones. </a:t>
            </a:r>
          </a:p>
          <a:p>
            <a:pPr marL="857250" lvl="1" indent="-317500" eaLnBrk="1" hangingPunct="1">
              <a:buClrTx/>
              <a:buSzPct val="100000"/>
              <a:buFontTx/>
              <a:buChar char="-"/>
            </a:pPr>
            <a:r>
              <a:rPr lang="en-GB" sz="1800" dirty="0" smtClean="0"/>
              <a:t>This allows us to switch between </a:t>
            </a:r>
            <a:r>
              <a:rPr lang="en-GB" sz="1800" dirty="0" smtClean="0">
                <a:solidFill>
                  <a:srgbClr val="0000FF"/>
                </a:solidFill>
              </a:rPr>
              <a:t>abstract</a:t>
            </a:r>
            <a:r>
              <a:rPr lang="en-GB" sz="1800" dirty="0" smtClean="0"/>
              <a:t> and go to </a:t>
            </a:r>
            <a:r>
              <a:rPr lang="en-GB" sz="1800" dirty="0" smtClean="0">
                <a:solidFill>
                  <a:srgbClr val="0000FF"/>
                </a:solidFill>
              </a:rPr>
              <a:t>specific</a:t>
            </a:r>
            <a:r>
              <a:rPr lang="en-GB" sz="1800" dirty="0" smtClean="0"/>
              <a:t> at ease to eventually solve the problem. 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Function allows a team of programmers </a:t>
            </a:r>
            <a:r>
              <a:rPr lang="en-GB" sz="2000" dirty="0" smtClean="0">
                <a:solidFill>
                  <a:srgbClr val="0000FF"/>
                </a:solidFill>
              </a:rPr>
              <a:t>working together </a:t>
            </a:r>
            <a:r>
              <a:rPr lang="en-GB" sz="2000" dirty="0" smtClean="0"/>
              <a:t>on a large program – each programmer will be responsible for a particular set of functions.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Function is good mechanism to allow </a:t>
            </a:r>
            <a:r>
              <a:rPr lang="en-GB" sz="2000" dirty="0" smtClean="0">
                <a:solidFill>
                  <a:srgbClr val="0000FF"/>
                </a:solidFill>
              </a:rPr>
              <a:t>re-use </a:t>
            </a:r>
            <a:r>
              <a:rPr lang="en-GB" sz="2000" dirty="0" smtClean="0"/>
              <a:t>across different programs. Programmers use functions like</a:t>
            </a:r>
            <a:r>
              <a:rPr lang="en-GB" sz="2000" dirty="0" smtClean="0">
                <a:solidFill>
                  <a:srgbClr val="0000FF"/>
                </a:solidFill>
              </a:rPr>
              <a:t> building blocks</a:t>
            </a:r>
            <a:r>
              <a:rPr lang="en-GB" sz="2000" dirty="0" smtClean="0"/>
              <a:t>.</a:t>
            </a:r>
            <a:r>
              <a:rPr lang="en-GB" sz="2000" dirty="0" smtClean="0">
                <a:solidFill>
                  <a:srgbClr val="0000FF"/>
                </a:solidFill>
              </a:rPr>
              <a:t> 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Function allows </a:t>
            </a:r>
            <a:r>
              <a:rPr lang="en-GB" sz="2000" dirty="0" smtClean="0">
                <a:solidFill>
                  <a:srgbClr val="0000FF"/>
                </a:solidFill>
              </a:rPr>
              <a:t>incremental implementation </a:t>
            </a:r>
            <a:r>
              <a:rPr lang="en-GB" sz="2000" dirty="0" smtClean="0"/>
              <a:t>and </a:t>
            </a:r>
            <a:r>
              <a:rPr lang="en-GB" sz="2000" dirty="0" smtClean="0">
                <a:solidFill>
                  <a:srgbClr val="0000FF"/>
                </a:solidFill>
              </a:rPr>
              <a:t>testing</a:t>
            </a:r>
            <a:r>
              <a:rPr lang="en-GB" sz="2000" dirty="0" smtClean="0"/>
              <a:t> (with the use of </a:t>
            </a:r>
            <a:r>
              <a:rPr lang="en-GB" sz="2000" dirty="0" smtClean="0">
                <a:solidFill>
                  <a:srgbClr val="0000FF"/>
                </a:solidFill>
              </a:rPr>
              <a:t>driver </a:t>
            </a:r>
            <a:r>
              <a:rPr lang="en-GB" sz="2000" dirty="0" smtClean="0"/>
              <a:t>function to call the function and then to check the output)</a:t>
            </a:r>
          </a:p>
          <a:p>
            <a:pPr marL="457200" indent="-457200" eaLnBrk="1" hangingPunct="1">
              <a:spcBef>
                <a:spcPts val="600"/>
              </a:spcBef>
              <a:buSzPct val="100000"/>
              <a:buFont typeface="Wingdings" pitchFamily="2" charset="2"/>
              <a:buChar char="§"/>
            </a:pPr>
            <a:r>
              <a:rPr lang="en-GB" sz="2000" dirty="0" smtClean="0"/>
              <a:t>Acronym</a:t>
            </a:r>
            <a:r>
              <a:rPr lang="en-GB" sz="2000" dirty="0" smtClean="0">
                <a:solidFill>
                  <a:srgbClr val="0000FF"/>
                </a:solidFill>
              </a:rPr>
              <a:t> NOT </a:t>
            </a:r>
            <a:r>
              <a:rPr lang="en-GB" sz="2000" dirty="0" smtClean="0"/>
              <a:t>summarizes the requirements for argument list correspondence. </a:t>
            </a:r>
            <a:r>
              <a:rPr lang="en-GB" sz="1800" dirty="0" smtClean="0"/>
              <a:t>(</a:t>
            </a:r>
            <a:r>
              <a:rPr lang="en-GB" sz="1800" dirty="0" smtClean="0">
                <a:solidFill>
                  <a:srgbClr val="0000FF"/>
                </a:solidFill>
              </a:rPr>
              <a:t>N: </a:t>
            </a:r>
            <a:r>
              <a:rPr lang="en-GB" sz="1800" dirty="0" smtClean="0"/>
              <a:t>number of arguments, </a:t>
            </a:r>
            <a:r>
              <a:rPr lang="en-GB" sz="1800" dirty="0" smtClean="0">
                <a:solidFill>
                  <a:srgbClr val="0000FF"/>
                </a:solidFill>
              </a:rPr>
              <a:t>O: </a:t>
            </a:r>
            <a:r>
              <a:rPr lang="en-GB" sz="1800" dirty="0" smtClean="0"/>
              <a:t>order, </a:t>
            </a:r>
            <a:r>
              <a:rPr lang="en-GB" sz="1800" dirty="0" smtClean="0">
                <a:solidFill>
                  <a:srgbClr val="0000FF"/>
                </a:solidFill>
              </a:rPr>
              <a:t>T: </a:t>
            </a:r>
            <a:r>
              <a:rPr lang="en-GB" sz="1800" dirty="0" smtClean="0"/>
              <a:t>type) </a:t>
            </a:r>
          </a:p>
          <a:p>
            <a:pPr marL="457200" indent="-457200" eaLnBrk="1" hangingPunct="1">
              <a:buSzPct val="120000"/>
              <a:buFontTx/>
              <a:buChar char="-"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400" b="1" dirty="0" smtClean="0">
              <a:solidFill>
                <a:srgbClr val="0000FF"/>
              </a:solidFill>
            </a:endParaRPr>
          </a:p>
          <a:p>
            <a:pPr marL="457200" indent="-457200" eaLnBrk="1" hangingPunct="1">
              <a:buSzPct val="120000"/>
              <a:buFont typeface="Wingdings" pitchFamily="2" charset="2"/>
              <a:buNone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34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comments before each function</a:t>
            </a:r>
          </a:p>
          <a:p>
            <a:r>
              <a:rPr lang="en-US" dirty="0" smtClean="0"/>
              <a:t>Order of execution of function</a:t>
            </a:r>
          </a:p>
          <a:p>
            <a:pPr lvl="1"/>
            <a:r>
              <a:rPr lang="en-US" dirty="0" smtClean="0"/>
              <a:t>We start from main function, then we go to a function when it is called</a:t>
            </a:r>
          </a:p>
          <a:p>
            <a:r>
              <a:rPr lang="en-US" dirty="0" smtClean="0"/>
              <a:t>Advantages of using function</a:t>
            </a:r>
          </a:p>
          <a:p>
            <a:pPr lvl="1"/>
            <a:r>
              <a:rPr lang="en-US" dirty="0" smtClean="0"/>
              <a:t>Organized code</a:t>
            </a:r>
          </a:p>
          <a:p>
            <a:pPr lvl="1"/>
            <a:r>
              <a:rPr lang="en-US" dirty="0" smtClean="0"/>
              <a:t>Hides the details</a:t>
            </a:r>
          </a:p>
          <a:p>
            <a:pPr lvl="1"/>
            <a:r>
              <a:rPr lang="en-US" dirty="0" smtClean="0"/>
              <a:t>When working in a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59360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smtClean="0">
                <a:solidFill>
                  <a:srgbClr val="9933FF"/>
                </a:solidFill>
                <a:latin typeface="Garamond" pitchFamily="18" charset="0"/>
              </a:rPr>
              <a:t>9. Exercise #3: Speed of Sound (take-home)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>
          <a:xfrm>
            <a:off x="471488" y="1343025"/>
            <a:ext cx="7948612" cy="1272853"/>
          </a:xfrm>
        </p:spPr>
        <p:txBody>
          <a:bodyPr>
            <a:normAutofit/>
          </a:bodyPr>
          <a:lstStyle/>
          <a:p>
            <a:pPr marL="0" indent="0" eaLnBrk="1" hangingPunct="1">
              <a:buSzPct val="120000"/>
              <a:buFont typeface="Wingdings" pitchFamily="2" charset="2"/>
              <a:buNone/>
              <a:defRPr/>
            </a:pPr>
            <a:r>
              <a:rPr lang="en-GB" sz="2400" dirty="0" smtClean="0"/>
              <a:t>Write a program </a:t>
            </a:r>
            <a:r>
              <a:rPr lang="en-GB" sz="2400" dirty="0" smtClean="0">
                <a:solidFill>
                  <a:srgbClr val="0000FF"/>
                </a:solidFill>
              </a:rPr>
              <a:t>Week3_SpeedOfSound.c</a:t>
            </a:r>
            <a:r>
              <a:rPr lang="en-GB" sz="2400" dirty="0" smtClean="0"/>
              <a:t> that calculates the speed of sound (</a:t>
            </a:r>
            <a:r>
              <a:rPr lang="en-GB" sz="2400" i="1" dirty="0" smtClean="0">
                <a:solidFill>
                  <a:srgbClr val="0000FF"/>
                </a:solidFill>
              </a:rPr>
              <a:t>s</a:t>
            </a:r>
            <a:r>
              <a:rPr lang="en-GB" sz="2400" dirty="0" smtClean="0"/>
              <a:t>) in air of a given temperature </a:t>
            </a:r>
            <a:r>
              <a:rPr lang="en-GB" sz="2400" i="1" dirty="0" smtClean="0">
                <a:solidFill>
                  <a:srgbClr val="0000FF"/>
                </a:solidFill>
              </a:rPr>
              <a:t>T</a:t>
            </a:r>
            <a:r>
              <a:rPr lang="en-GB" sz="2400" dirty="0" smtClean="0"/>
              <a:t> (</a:t>
            </a:r>
            <a:r>
              <a:rPr lang="en-GB" sz="2400" baseline="30000" dirty="0" err="1" smtClean="0"/>
              <a:t>o</a:t>
            </a:r>
            <a:r>
              <a:rPr lang="en-GB" sz="2400" dirty="0" err="1" smtClean="0"/>
              <a:t>F</a:t>
            </a:r>
            <a:r>
              <a:rPr lang="en-GB" sz="2400" dirty="0" smtClean="0"/>
              <a:t>). Formula to compute the speed </a:t>
            </a:r>
            <a:r>
              <a:rPr lang="en-GB" sz="2400" i="1" dirty="0" smtClean="0">
                <a:solidFill>
                  <a:srgbClr val="0000FF"/>
                </a:solidFill>
              </a:rPr>
              <a:t>s</a:t>
            </a:r>
            <a:r>
              <a:rPr lang="en-GB" sz="2400" dirty="0" smtClean="0"/>
              <a:t> in feet/sec:</a:t>
            </a:r>
            <a:endParaRPr lang="en-GB" sz="2400" b="1" dirty="0" smtClean="0"/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391213" y="2604552"/>
          <a:ext cx="2301249" cy="830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4" imgW="1231560" imgH="444240" progId="Equation.3">
                  <p:embed/>
                </p:oleObj>
              </mc:Choice>
              <mc:Fallback>
                <p:oleObj name="Equation" r:id="rId4" imgW="123156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213" y="2604552"/>
                        <a:ext cx="2301249" cy="8304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3400" y="3528810"/>
            <a:ext cx="7948613" cy="2871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3538" indent="-363538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latin typeface="+mn-lt"/>
                <a:cs typeface="+mn-cs"/>
              </a:rPr>
              <a:t>Values are of type 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float</a:t>
            </a:r>
            <a:r>
              <a:rPr lang="en-GB" sz="2000" kern="0" dirty="0" smtClean="0">
                <a:latin typeface="+mn-lt"/>
                <a:cs typeface="+mn-cs"/>
              </a:rPr>
              <a:t>. </a:t>
            </a:r>
          </a:p>
          <a:p>
            <a:pPr marL="363538" indent="-363538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latin typeface="+mn-lt"/>
                <a:cs typeface="+mn-cs"/>
              </a:rPr>
              <a:t>You should have a function </a:t>
            </a:r>
            <a:r>
              <a:rPr lang="en-GB" sz="2000" kern="0" dirty="0" err="1" smtClean="0">
                <a:solidFill>
                  <a:srgbClr val="0000FF"/>
                </a:solidFill>
                <a:latin typeface="+mn-lt"/>
                <a:cs typeface="+mn-cs"/>
              </a:rPr>
              <a:t>speed_of_sound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() </a:t>
            </a:r>
            <a:r>
              <a:rPr lang="en-GB" sz="2000" kern="0" dirty="0" smtClean="0">
                <a:latin typeface="+mn-lt"/>
                <a:cs typeface="+mn-cs"/>
              </a:rPr>
              <a:t>to compute and return the speed. Decide on its parameter(s).</a:t>
            </a:r>
          </a:p>
          <a:p>
            <a:pPr marL="363538" indent="-363538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latin typeface="+mn-lt"/>
                <a:cs typeface="+mn-cs"/>
              </a:rPr>
              <a:t>Sample run (values printed in 2 decimal places):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2000" kern="0" dirty="0" smtClean="0">
                <a:latin typeface="+mn-lt"/>
                <a:cs typeface="+mn-cs"/>
              </a:rPr>
              <a:t>	</a:t>
            </a:r>
            <a:r>
              <a:rPr lang="en-GB" sz="2000" kern="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Temperature in degree Fahrenheit: </a:t>
            </a:r>
            <a:r>
              <a:rPr lang="en-GB" sz="1600" b="1" kern="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95.8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	Speed of sound in air of 95.80 degree = 1924.92 ft/sec</a:t>
            </a:r>
            <a:endParaRPr lang="en-GB" sz="1600" b="1" kern="0" dirty="0">
              <a:solidFill>
                <a:srgbClr val="800000"/>
              </a:solidFill>
              <a:latin typeface="+mn-lt"/>
              <a:cs typeface="+mn-cs"/>
            </a:endParaRPr>
          </a:p>
          <a:p>
            <a:pPr marL="363538" indent="-363538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Bring your program to class next 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week</a:t>
            </a:r>
          </a:p>
          <a:p>
            <a:pPr marL="363538" indent="-363538">
              <a:spcBef>
                <a:spcPts val="6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This exercise is also mounted on </a:t>
            </a:r>
            <a:r>
              <a:rPr lang="en-GB" sz="2000" kern="0" dirty="0" err="1" smtClean="0">
                <a:solidFill>
                  <a:srgbClr val="0000FF"/>
                </a:solidFill>
                <a:latin typeface="+mn-lt"/>
                <a:cs typeface="+mn-cs"/>
              </a:rPr>
              <a:t>CodeCrunch</a:t>
            </a: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400" b="1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sp>
        <p:nvSpPr>
          <p:cNvPr id="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36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smtClean="0">
                <a:solidFill>
                  <a:srgbClr val="9933FF"/>
                </a:solidFill>
                <a:latin typeface="Garamond" pitchFamily="18" charset="0"/>
              </a:rPr>
              <a:t>10. Exercise #4: Magic Number (take-home)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>
          <a:xfrm>
            <a:off x="471488" y="1250066"/>
            <a:ext cx="7948612" cy="1585731"/>
          </a:xfrm>
        </p:spPr>
        <p:txBody>
          <a:bodyPr>
            <a:normAutofit/>
          </a:bodyPr>
          <a:lstStyle/>
          <a:p>
            <a:pPr marL="0" indent="0" eaLnBrk="1" hangingPunct="1">
              <a:buSzPct val="120000"/>
              <a:buNone/>
              <a:defRPr/>
            </a:pPr>
            <a:r>
              <a:rPr lang="en-GB" sz="2400" dirty="0" smtClean="0"/>
              <a:t>Write a program </a:t>
            </a:r>
            <a:r>
              <a:rPr lang="en-GB" sz="2400" dirty="0" smtClean="0">
                <a:solidFill>
                  <a:srgbClr val="0000FF"/>
                </a:solidFill>
              </a:rPr>
              <a:t>Week3_MagicNumber.c</a:t>
            </a:r>
            <a:r>
              <a:rPr lang="en-GB" sz="2400" dirty="0" smtClean="0"/>
              <a:t> that reads two positive integers (with at most 5 digits) and for each, adds up the digits (from right) in positions 1, 3, and 5. The right-most digit of the sum is the required answer.</a:t>
            </a:r>
            <a:endParaRPr lang="en-GB" sz="2400" b="1" dirty="0" smtClean="0"/>
          </a:p>
          <a:p>
            <a:pPr marL="457200" indent="-457200" eaLnBrk="1" hangingPunct="1">
              <a:buSzPct val="120000"/>
              <a:buFont typeface="Wingdings" pitchFamily="2" charset="2"/>
              <a:buNone/>
              <a:defRPr/>
            </a:pPr>
            <a:endParaRPr lang="en-GB" sz="2000" dirty="0" smtClean="0">
              <a:solidFill>
                <a:srgbClr val="0000FF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3400" y="2824224"/>
            <a:ext cx="7948613" cy="363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3538" indent="-363538">
              <a:spcBef>
                <a:spcPts val="3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/>
              <a:t>For example, if input is 76524, then adding up the digits 4, 5 and 7, we get 16. The answer is hence 6.</a:t>
            </a:r>
          </a:p>
          <a:p>
            <a:pPr marL="363538" indent="-363538">
              <a:spcBef>
                <a:spcPts val="3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latin typeface="+mn-lt"/>
                <a:cs typeface="+mn-cs"/>
              </a:rPr>
              <a:t>You should have a function </a:t>
            </a:r>
            <a:r>
              <a:rPr lang="en-GB" sz="2000" kern="0" dirty="0" err="1" smtClean="0">
                <a:solidFill>
                  <a:srgbClr val="0000FF"/>
                </a:solidFill>
                <a:latin typeface="+mn-lt"/>
                <a:cs typeface="+mn-cs"/>
              </a:rPr>
              <a:t>get_magic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() </a:t>
            </a:r>
            <a:r>
              <a:rPr lang="en-GB" sz="2000" kern="0" dirty="0" smtClean="0">
                <a:latin typeface="+mn-lt"/>
                <a:cs typeface="+mn-cs"/>
              </a:rPr>
              <a:t>to compute and return the answer. Decide on its parameter(s). What is the </a:t>
            </a:r>
            <a:r>
              <a:rPr lang="en-GB" sz="2000" u="sng" kern="0" dirty="0" smtClean="0">
                <a:latin typeface="+mn-lt"/>
                <a:cs typeface="+mn-cs"/>
              </a:rPr>
              <a:t>precondition</a:t>
            </a:r>
            <a:r>
              <a:rPr lang="en-GB" sz="2000" kern="0" dirty="0" smtClean="0">
                <a:latin typeface="+mn-lt"/>
                <a:cs typeface="+mn-cs"/>
              </a:rPr>
              <a:t> of the function?</a:t>
            </a:r>
          </a:p>
          <a:p>
            <a:pPr marL="363538" indent="-363538">
              <a:spcBef>
                <a:spcPts val="3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latin typeface="+mn-lt"/>
                <a:cs typeface="+mn-cs"/>
              </a:rPr>
              <a:t>Sample run: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2000" kern="0" dirty="0" smtClean="0">
                <a:latin typeface="+mn-lt"/>
                <a:cs typeface="+mn-cs"/>
              </a:rPr>
              <a:t>	</a:t>
            </a:r>
            <a:r>
              <a:rPr lang="en-GB" sz="2000" kern="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Enter 1st value: </a:t>
            </a:r>
            <a:r>
              <a:rPr lang="en-GB" sz="1600" b="1" kern="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76524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	Magic number = 6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	Enter 2nd value: </a:t>
            </a:r>
            <a:r>
              <a:rPr lang="en-GB" sz="1600" b="1" kern="0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8946</a:t>
            </a:r>
          </a:p>
          <a:p>
            <a:pPr marL="363538" indent="-363538">
              <a:spcBef>
                <a:spcPts val="0"/>
              </a:spcBef>
              <a:buClr>
                <a:schemeClr val="bg2"/>
              </a:buClr>
              <a:buSzPct val="100000"/>
              <a:tabLst>
                <a:tab pos="682625" algn="l"/>
              </a:tabLst>
              <a:defRPr/>
            </a:pPr>
            <a:r>
              <a:rPr lang="en-GB" sz="1600" b="1" kern="0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	Magic number = 5</a:t>
            </a:r>
            <a:endParaRPr lang="en-GB" sz="1600" b="1" kern="0" dirty="0">
              <a:solidFill>
                <a:srgbClr val="800000"/>
              </a:solidFill>
              <a:latin typeface="+mn-lt"/>
              <a:cs typeface="+mn-cs"/>
            </a:endParaRPr>
          </a:p>
          <a:p>
            <a:pPr marL="363538" indent="-363538">
              <a:spcBef>
                <a:spcPts val="3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>
                <a:solidFill>
                  <a:srgbClr val="0000FF"/>
                </a:solidFill>
                <a:latin typeface="+mn-lt"/>
                <a:cs typeface="+mn-cs"/>
              </a:rPr>
              <a:t>Bring your program to class next </a:t>
            </a: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week</a:t>
            </a:r>
          </a:p>
          <a:p>
            <a:pPr marL="363538" indent="-363538">
              <a:spcBef>
                <a:spcPts val="300"/>
              </a:spcBef>
              <a:buClr>
                <a:schemeClr val="bg2"/>
              </a:buClr>
              <a:buSzPct val="100000"/>
              <a:buFont typeface="Wingdings" pitchFamily="2" charset="2"/>
              <a:buChar char="§"/>
              <a:defRPr/>
            </a:pPr>
            <a:r>
              <a:rPr lang="en-GB" sz="2000" kern="0" dirty="0" smtClean="0">
                <a:solidFill>
                  <a:srgbClr val="0000FF"/>
                </a:solidFill>
                <a:latin typeface="+mn-lt"/>
                <a:cs typeface="+mn-cs"/>
              </a:rPr>
              <a:t>This exercise is also mounted on </a:t>
            </a:r>
            <a:r>
              <a:rPr lang="en-GB" sz="2000" kern="0" dirty="0" err="1" smtClean="0">
                <a:solidFill>
                  <a:srgbClr val="0000FF"/>
                </a:solidFill>
                <a:latin typeface="+mn-lt"/>
                <a:cs typeface="+mn-cs"/>
              </a:rPr>
              <a:t>CodeCrunch</a:t>
            </a: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400" b="1" kern="0" dirty="0">
              <a:solidFill>
                <a:srgbClr val="0000FF"/>
              </a:solidFill>
              <a:latin typeface="+mn-lt"/>
              <a:cs typeface="+mn-cs"/>
            </a:endParaRPr>
          </a:p>
          <a:p>
            <a:pPr marL="457200" indent="-457200">
              <a:spcBef>
                <a:spcPct val="20000"/>
              </a:spcBef>
              <a:buClr>
                <a:schemeClr val="bg2"/>
              </a:buClr>
              <a:buSzPct val="120000"/>
              <a:buFont typeface="Wingdings" pitchFamily="2" charset="2"/>
              <a:buNone/>
              <a:defRPr/>
            </a:pPr>
            <a:endParaRPr lang="en-GB" sz="2000" kern="0" dirty="0">
              <a:solidFill>
                <a:srgbClr val="0000FF"/>
              </a:solidFill>
              <a:latin typeface="+mn-lt"/>
              <a:cs typeface="+mn-cs"/>
            </a:endParaRPr>
          </a:p>
        </p:txBody>
      </p:sp>
      <p:sp>
        <p:nvSpPr>
          <p:cNvPr id="8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37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1103416"/>
          </a:xfrm>
        </p:spPr>
        <p:txBody>
          <a:bodyPr>
            <a:normAutofit/>
          </a:bodyPr>
          <a:lstStyle/>
          <a:p>
            <a:pPr eaLnBrk="1" hangingPunct="1"/>
            <a: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  <a:t>11. return statement in main( ) </a:t>
            </a:r>
            <a:br>
              <a:rPr lang="en-GB" sz="4000" dirty="0" smtClean="0">
                <a:solidFill>
                  <a:srgbClr val="9933FF"/>
                </a:solidFill>
                <a:latin typeface="Garamond" pitchFamily="18" charset="0"/>
              </a:rPr>
            </a:br>
            <a:r>
              <a:rPr lang="en-GB" sz="2400" dirty="0" smtClean="0">
                <a:solidFill>
                  <a:srgbClr val="9933FF"/>
                </a:solidFill>
                <a:latin typeface="Garamond" pitchFamily="18" charset="0"/>
              </a:rPr>
              <a:t>(for reading only)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62000" y="1472540"/>
            <a:ext cx="8001000" cy="469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/>
              <a:t>Our C programs have this header for main() function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5000"/>
            </a:pPr>
            <a:r>
              <a:rPr lang="en-US" sz="2000" dirty="0" smtClean="0"/>
              <a:t>	</a:t>
            </a:r>
            <a:r>
              <a:rPr lang="en-US" sz="2000" dirty="0" err="1" smtClean="0">
                <a:solidFill>
                  <a:srgbClr val="800000"/>
                </a:solidFill>
                <a:latin typeface="Lucida Console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solidFill>
                  <a:srgbClr val="800000"/>
                </a:solidFill>
                <a:latin typeface="Lucida Console" pitchFamily="49" charset="0"/>
                <a:cs typeface="Courier New" pitchFamily="49" charset="0"/>
              </a:rPr>
              <a:t> main(void)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400" dirty="0" smtClean="0"/>
              <a:t>You usually see this return statement in main()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5000"/>
            </a:pPr>
            <a:r>
              <a:rPr lang="en-US" sz="2400" dirty="0" smtClean="0"/>
              <a:t>	</a:t>
            </a:r>
            <a:r>
              <a:rPr lang="en-US" sz="2000" dirty="0" smtClean="0">
                <a:solidFill>
                  <a:srgbClr val="800000"/>
                </a:solidFill>
                <a:latin typeface="Lucida Console" pitchFamily="49" charset="0"/>
              </a:rPr>
              <a:t>return 0;</a:t>
            </a:r>
            <a:endParaRPr lang="en-US" sz="2000" dirty="0" smtClean="0">
              <a:solidFill>
                <a:srgbClr val="7030A0"/>
              </a:solidFill>
              <a:latin typeface="Lucida Console" pitchFamily="49" charset="0"/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200" dirty="0" smtClean="0"/>
              <a:t>The value 0 is returned to the operating system (which is UNIX in our case) on which the program is run. This is called the status code of the program. 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200" dirty="0" smtClean="0"/>
              <a:t>In UNIX, when a program terminates with a value of 0, it means a successful run. 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200" dirty="0" smtClean="0"/>
              <a:t>You may optionally check the status code to determine the appropriate follow-up action.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200" dirty="0" smtClean="0"/>
              <a:t>You do not need to worry about this.</a:t>
            </a:r>
            <a:endParaRPr lang="en-US" sz="2200" dirty="0">
              <a:solidFill>
                <a:srgbClr val="006600"/>
              </a:solidFill>
              <a:latin typeface="Lucida Console" pitchFamily="49" charset="0"/>
            </a:endParaRP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</a:pPr>
            <a:endParaRPr lang="en-US" dirty="0"/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38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Introducing Graphics functions (Explore more yourself!!!)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827867" cy="4876800"/>
          </a:xfrm>
        </p:spPr>
        <p:txBody>
          <a:bodyPr/>
          <a:lstStyle/>
          <a:p>
            <a:r>
              <a:rPr lang="en-US" dirty="0" smtClean="0"/>
              <a:t>In normal display mode, text mode we use </a:t>
            </a:r>
            <a:r>
              <a:rPr lang="en-US" dirty="0" err="1" smtClean="0"/>
              <a:t>printf</a:t>
            </a:r>
            <a:r>
              <a:rPr lang="en-US" dirty="0" smtClean="0"/>
              <a:t>()</a:t>
            </a:r>
          </a:p>
          <a:p>
            <a:r>
              <a:rPr lang="en-US" dirty="0" smtClean="0"/>
              <a:t>In graphics mode we can draw pictures and patterns on the screen</a:t>
            </a:r>
          </a:p>
          <a:p>
            <a:r>
              <a:rPr lang="en-US" dirty="0" smtClean="0"/>
              <a:t>You will </a:t>
            </a:r>
          </a:p>
          <a:p>
            <a:r>
              <a:rPr lang="en-US" dirty="0" smtClean="0"/>
              <a:t>need to know graphics functions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761067"/>
            <a:ext cx="5588000" cy="4809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62744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204"/>
            <a:ext cx="8229600" cy="635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Program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557" y="863600"/>
            <a:ext cx="6161513" cy="590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7435660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6437" y="2095500"/>
            <a:ext cx="51911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11789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02000" cy="4876800"/>
          </a:xfrm>
        </p:spPr>
        <p:txBody>
          <a:bodyPr/>
          <a:lstStyle/>
          <a:p>
            <a:r>
              <a:rPr lang="en-US" dirty="0" smtClean="0"/>
              <a:t>We can choose to use colors and filling styles according to our needs!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829739"/>
            <a:ext cx="5232400" cy="272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895" y="3843867"/>
            <a:ext cx="4901385" cy="276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4" y="3178175"/>
            <a:ext cx="3024718" cy="102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894631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/>
          <a:lstStyle/>
          <a:p>
            <a:pPr eaLnBrk="1" hangingPunct="1"/>
            <a:r>
              <a:rPr lang="en-GB" sz="4000" smtClean="0">
                <a:solidFill>
                  <a:srgbClr val="9933FF"/>
                </a:solidFill>
                <a:latin typeface="Garamond" pitchFamily="18" charset="0"/>
              </a:rPr>
              <a:t>Summary for Today</a:t>
            </a:r>
            <a:endParaRPr lang="en-GB" sz="4800" smtClean="0">
              <a:solidFill>
                <a:srgbClr val="9933FF"/>
              </a:solidFill>
              <a:latin typeface="Garamond" pitchFamily="18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62000" y="1447800"/>
            <a:ext cx="8001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C00000"/>
                </a:solidFill>
              </a:rPr>
              <a:t>Today’s most important lessons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rgbClr val="0000FF"/>
                </a:solidFill>
              </a:rPr>
              <a:t>Stepwise refinement to get structure chart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FF"/>
                </a:solidFill>
              </a:rPr>
              <a:t>Knowing how to use built-in functions </a:t>
            </a: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0000FF"/>
                </a:solidFill>
              </a:rPr>
              <a:t>Writing your own user-defined functions </a:t>
            </a:r>
            <a:endParaRPr lang="en-US" sz="24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ct val="20000"/>
              </a:spcBef>
              <a:spcAft>
                <a:spcPct val="20000"/>
              </a:spcAft>
              <a:buClr>
                <a:schemeClr val="bg2"/>
              </a:buClr>
              <a:buSzPct val="75000"/>
            </a:pPr>
            <a:endParaRPr lang="en-US" dirty="0"/>
          </a:p>
        </p:txBody>
      </p:sp>
      <p:sp>
        <p:nvSpPr>
          <p:cNvPr id="5" name="Slide Number Placeholder 7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r>
              <a:rPr lang="en-US" sz="1000" dirty="0" smtClean="0"/>
              <a:t>Week3 - </a:t>
            </a:r>
            <a:fld id="{CE0EB590-4595-44A0-8803-B0BB8C155266}" type="slidenum">
              <a:rPr lang="en-US" sz="1000"/>
              <a:pPr algn="r"/>
              <a:t>43</a:t>
            </a:fld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73163" y="2824163"/>
            <a:ext cx="6751637" cy="1143000"/>
          </a:xfrm>
        </p:spPr>
        <p:txBody>
          <a:bodyPr/>
          <a:lstStyle/>
          <a:p>
            <a:pPr algn="ctr" eaLnBrk="1" hangingPunct="1"/>
            <a:r>
              <a:rPr lang="en-GB" smtClean="0">
                <a:solidFill>
                  <a:srgbClr val="9933FF"/>
                </a:solidFill>
                <a:latin typeface="Garamond" pitchFamily="18" charset="0"/>
              </a:rPr>
              <a:t>End of File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12366</TotalTime>
  <Words>2568</Words>
  <Application>Microsoft Office PowerPoint</Application>
  <PresentationFormat>On-screen Show (4:3)</PresentationFormat>
  <Paragraphs>574</Paragraphs>
  <Slides>44</Slides>
  <Notes>34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Clarity</vt:lpstr>
      <vt:lpstr>Equation</vt:lpstr>
      <vt:lpstr>Chapter 3</vt:lpstr>
      <vt:lpstr>Week 3: Top Down Design </vt:lpstr>
      <vt:lpstr>Week 3: Outline (2/2)</vt:lpstr>
      <vt:lpstr>1. Check List: gcc</vt:lpstr>
      <vt:lpstr>2. Last Week’s Exercise #3 </vt:lpstr>
      <vt:lpstr>3. Math functions (1/2)</vt:lpstr>
      <vt:lpstr>3. Math functions (2/2)</vt:lpstr>
      <vt:lpstr>5. Problem Solving (1/2)</vt:lpstr>
      <vt:lpstr>5. Problem Solving (2/2)</vt:lpstr>
      <vt:lpstr>Case Study:  Area and Circumference of a circle</vt:lpstr>
      <vt:lpstr>Case Study cont.</vt:lpstr>
      <vt:lpstr>6. Case Study: Top-down Design (1/12)</vt:lpstr>
      <vt:lpstr>6. Case Study: Top-down Design (2/12)</vt:lpstr>
      <vt:lpstr>6. Case Study: Top-down Design (3/12)</vt:lpstr>
      <vt:lpstr>6. Case Study: Top-down Design (4/12)</vt:lpstr>
      <vt:lpstr>6. Case Study: Top-down Design (5/12)</vt:lpstr>
      <vt:lpstr>6. Case Study: Implementation (6/12)</vt:lpstr>
      <vt:lpstr>6. Case Study: Implementation (7/12)</vt:lpstr>
      <vt:lpstr>Library Functions</vt:lpstr>
      <vt:lpstr>PowerPoint Presentation</vt:lpstr>
      <vt:lpstr>Using sqrt() function</vt:lpstr>
      <vt:lpstr>6. Case Study: Creating Function – back to old example</vt:lpstr>
      <vt:lpstr>6. Case Study: Creating Function (9/12)</vt:lpstr>
      <vt:lpstr>6. Case Study: Creating Function (10/12)</vt:lpstr>
      <vt:lpstr>6. Case Study: Calling a Function (11/12)</vt:lpstr>
      <vt:lpstr>6. Case Study: Function Prototype (12/12)</vt:lpstr>
      <vt:lpstr>7. Exercise #2: A simple “drawing” program (1/3)</vt:lpstr>
      <vt:lpstr>7. Exercise #2: A simple “drawing” program (2/3)</vt:lpstr>
      <vt:lpstr>7. Exercise #2: A simple “drawing” program (3/3)</vt:lpstr>
      <vt:lpstr>8. Functions (1/5)</vt:lpstr>
      <vt:lpstr>8. Functions (2/5)</vt:lpstr>
      <vt:lpstr>8. Functions (3/5)</vt:lpstr>
      <vt:lpstr>8. Functions (4/5)</vt:lpstr>
      <vt:lpstr>8. Functions (5/5)</vt:lpstr>
      <vt:lpstr>Program Style</vt:lpstr>
      <vt:lpstr>9. Exercise #3: Speed of Sound (take-home)</vt:lpstr>
      <vt:lpstr>10. Exercise #4: Magic Number (take-home)</vt:lpstr>
      <vt:lpstr>11. return statement in main( )  (for reading only)</vt:lpstr>
      <vt:lpstr>Introducing Graphics functions (Explore more yourself!!!)</vt:lpstr>
      <vt:lpstr>Example Program</vt:lpstr>
      <vt:lpstr>Output</vt:lpstr>
      <vt:lpstr>More ….</vt:lpstr>
      <vt:lpstr>Summary for Today</vt:lpstr>
      <vt:lpstr>End of File</vt:lpstr>
    </vt:vector>
  </TitlesOfParts>
  <Company>SoC, NUS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3</dc:subject>
  <dc:creator>Aaron Tan</dc:creator>
  <cp:lastModifiedBy>Nova Ahmed</cp:lastModifiedBy>
  <cp:revision>1032</cp:revision>
  <dcterms:created xsi:type="dcterms:W3CDTF">1998-09-05T15:03:32Z</dcterms:created>
  <dcterms:modified xsi:type="dcterms:W3CDTF">2013-06-15T00:09:08Z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